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5" r:id="rId3"/>
    <p:sldId id="268" r:id="rId4"/>
    <p:sldId id="270" r:id="rId5"/>
    <p:sldId id="269" r:id="rId6"/>
    <p:sldId id="271" r:id="rId7"/>
    <p:sldId id="272" r:id="rId8"/>
    <p:sldId id="273" r:id="rId9"/>
    <p:sldId id="275" r:id="rId10"/>
    <p:sldId id="276" r:id="rId11"/>
    <p:sldId id="274" r:id="rId12"/>
    <p:sldId id="264" r:id="rId13"/>
    <p:sldId id="267" r:id="rId14"/>
    <p:sldId id="262" r:id="rId15"/>
    <p:sldId id="261" r:id="rId16"/>
    <p:sldId id="266" r:id="rId17"/>
    <p:sldId id="258" r:id="rId18"/>
    <p:sldId id="260" r:id="rId19"/>
    <p:sldId id="256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469E7F-F3B0-256F-4C20-DD03F1D41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415F46-DF18-1D13-E5D7-7D484F0EF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895F17-9F7C-463E-7BC3-38973EF3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A7C01F-8105-C29A-B265-90C6FD70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7462C4-B5EF-1EAA-DEA6-9B9DE2CE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0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9C328-1446-419E-63E6-9CDE2D64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BED4C2-D1A2-47C4-86FD-F8AC7D17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B660B-41BD-11B7-1586-E7D92734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1B4F5F-D81C-21F2-6C96-709AF71A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51AC85-7F85-7447-2016-73D47017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30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9F42F-75AD-E5C0-0D13-49352B4E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9AEC28-1052-CD39-738F-35072D0F7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F2E7E5-3921-75C9-CF46-92D350FB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42E797-60DC-FD36-72EA-DF9FA47D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8EBA8-853E-B7F7-7F9D-AF7C82FB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99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172D8E-ECC4-C078-CD0A-9EAA83A2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812FE-DE34-E8AE-CC3F-88E42B82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41A2ED-0541-9E5D-007B-C3E84859E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0407C4-9F55-2BBB-9220-0F7AC2F8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B2B681-608A-DFA5-FFA3-7F4D3C81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14B1BA-6749-BAC4-57EC-279DE858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88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DFB54F-D7E5-67B6-DD48-DD5B3DCD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A6AAD4-F6A9-E622-1EC4-60ACF7C4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70C2F1-B51D-5E6D-5DDA-E044493DA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DB5E2EA-F52B-B386-A77A-2214CD5E1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595469-C0E6-4C7F-B1B5-93E419058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AA3A2D-B55B-C963-CB69-52318B72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B8C544-9EC3-9926-171A-C33C6C89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4EDA30-3AE6-E866-16F8-B25753B6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47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38A55-D2D6-D094-CEE1-B9EB4C3C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17222F-A1EF-0ED7-B882-47E0A053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04D277-1E86-AE81-EAA3-69CBA468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969ADA-59AD-4612-E2C6-86C9607C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68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702FE1-A579-39FC-DFA7-4C919631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9809D3-F1CD-0D0A-13BC-A7B2B3CD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8A612C-F323-F5CF-5B34-116B139C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2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AA3C7-EAD5-3117-3FF2-5594AA2EB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D4D4B-98FE-FB9C-8C3C-06EBED22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4C54F1-1680-0479-4942-62587734D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0DA373-EDA0-0175-57FC-2F3CCF64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880A6-F11F-B324-6B5D-8725ED85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9D35CD-1CFB-DCF6-C6EB-392039D2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7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6DFC37-1743-80D2-315B-7C3EE28B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7D0541-EE49-7E9C-E5DD-195096346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C1590E-C8C4-7B96-6F35-18B5B5F3E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075078-01B2-8140-004F-54D6B950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3408D7-EACA-7B48-9D09-057AFC2E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F74BC4-8CB4-209D-7E12-6DDE4E8F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036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D4223-1A38-71AD-0CE8-D67E7982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209CF6-7789-32DA-73B2-E1AD4FD5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1D5414-CA3A-6240-12E3-A8C6D41DC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F46278-922B-B21B-D511-4EE0876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DB745D-F52B-5258-8C9C-897E04C6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59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E83468C-8F1E-07F4-FFC3-77EA2E08A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D48D43-88B6-FFF4-47F2-D4CA7A0AC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4C5071-C797-FAB6-5825-66867B19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85FA58-380C-9A83-9B78-C5B77C34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DCD033-690A-D5CE-2167-F47751D5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A621C5-DD78-94FB-AA59-50EB633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CD2C11-3A11-FE7D-77B2-19C34139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2045B1-0C36-794F-E035-17C5DABB7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9B8B-5388-42C2-861B-01B6528DD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DAD727-D0E1-BCAE-8EC4-4C09E2A4F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69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2.xls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FB3A4-D6F5-A1AF-1392-DD1A793DD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河洛話八聲調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F99307-6F94-1490-4AC0-8ABDEC428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22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CFA2-B8FF-37C0-71DE-1E063B12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B262F5D-A9AD-52D3-5841-E54FA11940B9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7E2780BE-950E-9EE6-3136-C2F6BB38E536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5E334372-2DB9-6A6F-791F-7A820A95C6EE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君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6BA878B9-CB0E-737E-28D9-75DCD614B622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群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（五）陽平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4CC1C47D-B960-71C5-BC09-0228CDF55D77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滾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742BE68C-5DA7-21CB-A449-939C20B071A7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棍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550D0DB3-E96A-B1C8-4BC5-A4D1C112E9EF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0D89FFD-D299-3397-52F0-F90890C4FA28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557300E-958F-7F47-194B-CB409CF41D6A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FE498BD-7559-54AA-8C44-778CE042E499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9CCA9985-6F1E-578F-1957-C6D377A7B80D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FEA6552-C745-2681-0699-5DEDF3B03F9B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4A3DAC8-7F3B-BB33-143D-6993855E5317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B533186F-BCA1-E562-6BBD-F12FD2EE5D03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（四）陰入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541A9791-0D94-B1C1-4D90-A7A865BE068A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滑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E060FEE1-8DB6-727D-C255-E0E40598C01C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D027F7BB-8C23-894B-D45A-0A8068CC5D61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9E930D78-9D3D-C93B-872D-1EFB53E75A30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DE5BF71F-0B86-91AB-2ED6-7953D0E72E02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DDC73DD4-3EE1-61B9-BFE3-DE40E64035ED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16F7CD5-A476-E97A-AC35-EF1DBF2422DD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340C8EE-B359-EDB6-5A4C-A1E6AA93BC37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84DE791-20F2-3405-1C04-650DA6E82801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1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442F-DD3E-7354-6833-BE8E59D9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1141AA1-65F7-7D03-5EA0-2FBBEEF5260B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727BE6BE-E7AA-5FA5-34FD-7FAA72E08D8B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A4BFB174-38E4-AEF6-8171-8CBA6E028164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D7506644-7135-D87D-71AC-DE9868347063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同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（五）陽平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109FB4BF-CF37-7778-041C-36617182CF8F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黨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383E55D6-12AF-FCFE-6338-4A5BBADA444B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棟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B7D332E5-ED43-FE36-A315-6779B563105F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A67A8E2-EE9E-FE28-057F-85CD73A9EC10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AFE2712-0AC3-58FC-8CE2-99384A397B6D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A0380847-53F9-63E2-9B15-50E3BF239B05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CBA095EC-F2DA-2073-5772-4BF73A46230A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53D5E3F-0423-325D-D059-718BF3530154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071D423-ADFA-1759-5D0C-CCFD170CBC70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3726FD0E-9663-F268-CF16-E827961F5990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（四）陰入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6FB90802-034A-F359-6BFD-8DA24C1A0109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E54A4422-A0BF-2DB5-00EF-284476B349E7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98C3B5B6-24E5-0BFB-63CE-69365E7D774B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7B15D82D-D9B7-A980-61D8-01952B35F58D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6E928BAF-B685-40F4-1174-EF4477CAED12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ECAD75DF-7DC3-BCC5-0858-3A64E757F510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CDA4FB2-9B52-D94A-261F-F1FA276E10FD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E1076F6-7B91-7AC7-559B-295D5C4A669F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9AA56C1-6CA5-6569-329D-5797B6DD31D3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252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4457-E528-A015-4848-B835A2EC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7EBDBD-D593-06E2-410A-A6B856D0F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閩拚方案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76A6E8-3AEA-4CF3-B276-D074223FC2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0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3608-C704-54A8-F25E-96674C76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D30622C-6775-F3B4-D094-D4B0E4917B02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4C227320-65DC-B90E-4790-82ABF7735461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8EA42082-9BE5-0DFA-C4B8-97C2AE2D4929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1FA079B8-65A1-3435-196A-3C4C028EE680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同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（二）陽平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0CAD5FDD-3EE5-649B-9067-6C548FA5457A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黨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A90444F9-92CE-C5FF-CB61-8585D91B406A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棟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8ACAD6DB-CA4D-380C-BB72-08222D32F286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（六）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55B9683-B571-70AF-DE1D-330DEC2ACC1C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7A083A3-83EA-6597-A957-4C72328233B1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92B44DA-2BDF-A9B1-EB65-EA2BEAB36EB1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C792142F-9030-7DCC-6C8C-196EC3053210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7B0E00F-22D2-1136-CBC7-343554985E6C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B004291-40AE-0018-8718-4B4EE57F187A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B08C94C8-58CC-1833-6839-90E925D530F4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4F45535B-F032-A1A3-D7F8-E4FF3DD48E3C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F4EBB479-D4ED-7C06-5BDD-67388778D316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1C7E9BED-4E88-1758-2891-3A0806EAA9AC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210F91EC-A406-34EB-EB07-23E636023705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23FC833D-024F-B6EE-F7EE-9966F49FB51A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411DDAE3-9054-B515-29DC-498E15A2D6E0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2B374B7-AAF0-D6F3-CA20-E5825F84F3B5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0260433-11A3-40A8-99A9-B2DF546E9155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2ADB6A4-AC53-3D69-7BC9-DAE4BCE0CD6A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91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E54A-CA80-D5CF-CC18-0545D89C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688B4C3-A6D9-96AB-ED37-D15597502E97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1ACD503F-9C7D-6F27-D5C1-F4CBAE5EE391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C04FD0-303E-9D49-2DC0-523256197889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9126F10-4565-E0B0-DF5C-35CFD1010453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10F1A9B6-2E0A-8EA5-B049-2B3997608FAB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992B5C82-C904-7D88-ECFC-AD56B641EE21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4B39DE5-CF1C-549B-5E03-FA66667362D5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6C72ACD-365A-2BDC-BBAC-DBD51707EDE8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8275DDFC-69A9-D304-485D-7F78834B17A1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0F483009-B0FD-107F-9494-A1727EE42D10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44385F23-D1C4-5FBB-7030-D53760E6E20C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C59C3834-9875-E69A-2A6D-225A691069F6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C07B6222-B685-1F97-D384-28749D39546E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7CD7198-9D48-9EC4-80BD-43A069F95BE4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F76A815-E70A-CE1E-87A8-F6811117C713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2709226-9A27-E6E3-9AFA-B9D6380D1269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8C3163AF-0F46-4787-762D-1199640B28D1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棟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E5F232B0-FD0C-8842-FB56-BB466BCDE03D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5AA069CB-751B-306E-C92D-1C5C36C6D262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6490BAFA-AB15-068E-A86C-E06B1631A6EE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CEFDA25E-9244-D6CF-9C49-785B3A141B03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9E03CA56-3D09-5CC6-DA0C-6F0BAC282B9E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同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7E988E59-D182-FF6F-B51E-4D13C373827F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79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636D-9224-6FCE-11E9-F49BE177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EDBB12E-6C90-F3C6-0550-BCE9E8D047C0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688989AE-598E-F1E9-1AFC-DD016E561B4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BA0D6BA-345D-F35D-DDEB-0202AFBECC6A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D63870F-926A-CB3D-B473-498E94720D8B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E8171D97-6F2C-0ED2-F976-567596603DAE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DCEF8110-5A2D-ECC3-7E32-1618A1B1EB54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6606343-A19E-D370-26DC-D4B8DF209762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4E9F831-535A-D44E-EACF-F22438C30CDE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45D415AA-70EB-D13B-4C77-E5AF9F5F5A9A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4BAF9ADD-5167-E7C0-F2D9-EC8305937408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559C2AA6-FB63-5AD6-69DF-67260B101D9C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0FE81B71-3543-22B3-4E35-22DCB4277812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E8801D74-E24F-5BEC-2A7D-F792428E9D85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460C9FD-BE2C-F9AC-8F63-7D1B4A9E8DC4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ADBA38-0EB2-3E0F-889D-927032F93376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3C54400-386F-8F9D-CD05-AC77B2BDE648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1AFB7743-495C-8E90-248F-F9949B4AC69C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棟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004E8710-8DC3-098E-CF45-4E8C41BDEB6D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20154F76-F8D1-A36E-8DA7-09C2F472017C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CA45FC6C-C5EB-CF4E-CA88-B9D58742CE39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CF790FEB-5A3D-37EE-D732-21762E451AB8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3947418A-4402-D651-AF79-D55D73C19971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同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69400668-4EBD-92C1-095B-7315A952C30F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22DD44E-91D2-ECCB-B31A-B305EA8D599C}"/>
              </a:ext>
            </a:extLst>
          </p:cNvPr>
          <p:cNvCxnSpPr>
            <a:cxnSpLocks/>
          </p:cNvCxnSpPr>
          <p:nvPr/>
        </p:nvCxnSpPr>
        <p:spPr>
          <a:xfrm flipH="1">
            <a:off x="2215457" y="1568519"/>
            <a:ext cx="3550846" cy="20536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2DEFD0F-3E8C-49DC-CE39-A49147ED8F01}"/>
              </a:ext>
            </a:extLst>
          </p:cNvPr>
          <p:cNvCxnSpPr>
            <a:cxnSpLocks/>
          </p:cNvCxnSpPr>
          <p:nvPr/>
        </p:nvCxnSpPr>
        <p:spPr>
          <a:xfrm flipV="1">
            <a:off x="9766188" y="2094801"/>
            <a:ext cx="255722" cy="746333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80656AE-D6D0-4387-7FD6-B70485EF448D}"/>
              </a:ext>
            </a:extLst>
          </p:cNvPr>
          <p:cNvCxnSpPr>
            <a:cxnSpLocks/>
          </p:cNvCxnSpPr>
          <p:nvPr/>
        </p:nvCxnSpPr>
        <p:spPr>
          <a:xfrm flipH="1">
            <a:off x="10174310" y="2136947"/>
            <a:ext cx="302583" cy="85658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7DA82A7F-4C01-C05D-6EA1-AF283C25FE17}"/>
              </a:ext>
            </a:extLst>
          </p:cNvPr>
          <p:cNvCxnSpPr>
            <a:cxnSpLocks/>
          </p:cNvCxnSpPr>
          <p:nvPr/>
        </p:nvCxnSpPr>
        <p:spPr>
          <a:xfrm>
            <a:off x="2215457" y="2179057"/>
            <a:ext cx="259837" cy="704238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2AEDD60-2736-BF84-DC1D-C0589201AA35}"/>
              </a:ext>
            </a:extLst>
          </p:cNvPr>
          <p:cNvCxnSpPr>
            <a:cxnSpLocks/>
          </p:cNvCxnSpPr>
          <p:nvPr/>
        </p:nvCxnSpPr>
        <p:spPr>
          <a:xfrm>
            <a:off x="2686684" y="4036778"/>
            <a:ext cx="708172" cy="1668334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856D26C7-1CBC-32C5-EFC4-654C307B0761}"/>
              </a:ext>
            </a:extLst>
          </p:cNvPr>
          <p:cNvCxnSpPr>
            <a:cxnSpLocks/>
          </p:cNvCxnSpPr>
          <p:nvPr/>
        </p:nvCxnSpPr>
        <p:spPr>
          <a:xfrm flipH="1" flipV="1">
            <a:off x="3008441" y="3979048"/>
            <a:ext cx="588428" cy="1351389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D82C780-EFC4-7387-B7B7-8601CE17961A}"/>
              </a:ext>
            </a:extLst>
          </p:cNvPr>
          <p:cNvCxnSpPr>
            <a:cxnSpLocks/>
          </p:cNvCxnSpPr>
          <p:nvPr/>
        </p:nvCxnSpPr>
        <p:spPr>
          <a:xfrm flipH="1" flipV="1">
            <a:off x="3125336" y="3928251"/>
            <a:ext cx="5205864" cy="1902600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034F6F48-BC2A-B551-3FDA-5B48FB4ACC0F}"/>
              </a:ext>
            </a:extLst>
          </p:cNvPr>
          <p:cNvSpPr/>
          <p:nvPr/>
        </p:nvSpPr>
        <p:spPr>
          <a:xfrm>
            <a:off x="4994089" y="105971"/>
            <a:ext cx="2219508" cy="5439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4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97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008A-C279-3FD6-2CCF-7D64CE01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C4CABEE-C1CE-A211-FB4E-0BD09C5A03ED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D9B436EA-E935-A5B2-0842-3931555E5AC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236B000-A40C-A76E-8A86-EE38E5DF1DE1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DF88D3B-939B-4524-ABE2-100E39970086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C018D277-7E75-B4A1-8FEC-8E839B6824F5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44230BED-C5EC-64C6-87BD-F1BA65DA1332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0719AEF-0BCD-CD32-DF06-DD24D5900271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2916635-F52F-80BA-72CA-DA0637B55DFD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F3E26CB7-F60B-9D6F-B186-066D7FE6CE91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BE4E2396-CB46-56B6-A12E-83CD997C49CF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0A3D6F3C-F5E4-A61D-5256-790113173B0B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998B6BBD-7B50-7C71-8527-8DCE2615F857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CC3951DF-DD41-501E-3944-C2FE4562E153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C4DF59B-F7CD-C22A-131D-880B9954CFBC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58F6C44-7A13-0051-112E-316F882EACD8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870D900-4EB2-5645-B6FF-23AF3C6F7BC7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EBBB3FD6-436D-64AE-CAC8-0DFF5E9112A0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42C41357-F637-C7CA-719B-AF25DFA88C17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2371E673-4FB3-47E6-5EAF-1D83865F3645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43B695AD-136C-DE85-C379-0774E1975E47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FBA6B34D-228D-715D-7C23-E4D70E5294BA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D42AD0DB-6188-F575-BD0B-4BFA901F00F9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55FAD254-D036-21EF-50C9-3C5D0356F9A4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B76F2F1B-C112-FD7C-DF4B-2CAA8205F851}"/>
              </a:ext>
            </a:extLst>
          </p:cNvPr>
          <p:cNvCxnSpPr>
            <a:cxnSpLocks/>
          </p:cNvCxnSpPr>
          <p:nvPr/>
        </p:nvCxnSpPr>
        <p:spPr>
          <a:xfrm flipH="1">
            <a:off x="2215457" y="1568519"/>
            <a:ext cx="3550846" cy="20536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B85D1CFC-0BDE-A671-B291-3B577D22479A}"/>
              </a:ext>
            </a:extLst>
          </p:cNvPr>
          <p:cNvCxnSpPr>
            <a:cxnSpLocks/>
          </p:cNvCxnSpPr>
          <p:nvPr/>
        </p:nvCxnSpPr>
        <p:spPr>
          <a:xfrm flipV="1">
            <a:off x="9766188" y="2094801"/>
            <a:ext cx="255722" cy="746333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BE9207A-97BA-4373-B5CF-CF918230237D}"/>
              </a:ext>
            </a:extLst>
          </p:cNvPr>
          <p:cNvCxnSpPr>
            <a:cxnSpLocks/>
          </p:cNvCxnSpPr>
          <p:nvPr/>
        </p:nvCxnSpPr>
        <p:spPr>
          <a:xfrm flipH="1">
            <a:off x="10174310" y="2136947"/>
            <a:ext cx="302583" cy="85658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36823CC5-5A94-54CE-EC23-20FE7FB614CB}"/>
              </a:ext>
            </a:extLst>
          </p:cNvPr>
          <p:cNvCxnSpPr>
            <a:cxnSpLocks/>
          </p:cNvCxnSpPr>
          <p:nvPr/>
        </p:nvCxnSpPr>
        <p:spPr>
          <a:xfrm>
            <a:off x="2215457" y="2179057"/>
            <a:ext cx="259837" cy="704238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89E411A-5A94-1863-AAC0-516FB8B33C30}"/>
              </a:ext>
            </a:extLst>
          </p:cNvPr>
          <p:cNvCxnSpPr>
            <a:cxnSpLocks/>
          </p:cNvCxnSpPr>
          <p:nvPr/>
        </p:nvCxnSpPr>
        <p:spPr>
          <a:xfrm>
            <a:off x="2686684" y="4036778"/>
            <a:ext cx="708172" cy="1668334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78DDE9F-5E8C-9522-D6CF-7D8BD324E9B5}"/>
              </a:ext>
            </a:extLst>
          </p:cNvPr>
          <p:cNvCxnSpPr>
            <a:cxnSpLocks/>
          </p:cNvCxnSpPr>
          <p:nvPr/>
        </p:nvCxnSpPr>
        <p:spPr>
          <a:xfrm flipH="1" flipV="1">
            <a:off x="3008441" y="3979048"/>
            <a:ext cx="588428" cy="1351389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E2E01D96-5EC7-CE7F-FF7E-F1A5F1F4431F}"/>
              </a:ext>
            </a:extLst>
          </p:cNvPr>
          <p:cNvCxnSpPr>
            <a:cxnSpLocks/>
          </p:cNvCxnSpPr>
          <p:nvPr/>
        </p:nvCxnSpPr>
        <p:spPr>
          <a:xfrm flipH="1" flipV="1">
            <a:off x="3125336" y="3928251"/>
            <a:ext cx="5205864" cy="1902600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90DAD7AD-7E53-182E-56C1-5AC2BC455E84}"/>
              </a:ext>
            </a:extLst>
          </p:cNvPr>
          <p:cNvSpPr/>
          <p:nvPr/>
        </p:nvSpPr>
        <p:spPr>
          <a:xfrm>
            <a:off x="4994089" y="105971"/>
            <a:ext cx="2219508" cy="5439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4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13D3-2272-00C4-6E86-68695C57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278229D-C4C7-67E4-9C32-A146275397EB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A261585F-1F54-27C8-1756-DB1EA7D4FDD9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DECCB9A-C637-AF53-A3FC-ADCBA343BAF3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3A47FA2-D1C3-F382-F919-0EB432D4C76B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625BF97-0AAA-D037-8706-3BCD8D11449D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52101D1C-05C8-0FC0-B893-96AEBDFA38DC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900C7D0-0609-A272-E816-7A5ABEBA4C12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25A1C7B-FDFB-AB35-0A44-FDBAAB695D99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055AE4E9-04DA-0D00-9DC2-B4AFD4EBB5BE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AC982EF4-213D-303A-8126-7815D1470F99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93FC02BA-5E04-5D16-C520-B6ACE657F0A7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6F168501-9D51-0040-656B-24AC65FE6E7D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12600B3D-2928-A9FC-D435-3D84D96077B5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3DE2DB3-BB0B-F761-8FB9-883F29D0C074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B5110F7-B13D-2129-EDA0-2D5B580760CF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933DA43-DB69-72DC-330F-68FAB462873B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EE7E5244-4DBF-FD7F-1D73-943B2EC52366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DD7E44BF-DDED-316A-74AB-B91F8FC830EA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6B47365A-9ADA-3CB7-D022-AA3019C3C6B0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68155833-9FC2-1F89-3573-ED34E0469917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9DE60CCB-355C-72B0-35CE-F229AAD1925C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A3DC3A4B-C75C-E9AF-37F1-C492B50F8823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C751756D-DE60-0774-A654-E38B8115FFF2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08B41E5-64F0-09C6-B006-93C45314D599}"/>
              </a:ext>
            </a:extLst>
          </p:cNvPr>
          <p:cNvCxnSpPr>
            <a:cxnSpLocks/>
          </p:cNvCxnSpPr>
          <p:nvPr/>
        </p:nvCxnSpPr>
        <p:spPr>
          <a:xfrm flipH="1">
            <a:off x="2215457" y="1568519"/>
            <a:ext cx="3550846" cy="20536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F78D1FE-3D84-7C19-416B-DB1BA662C1E0}"/>
              </a:ext>
            </a:extLst>
          </p:cNvPr>
          <p:cNvCxnSpPr>
            <a:cxnSpLocks/>
          </p:cNvCxnSpPr>
          <p:nvPr/>
        </p:nvCxnSpPr>
        <p:spPr>
          <a:xfrm flipV="1">
            <a:off x="9766188" y="2094801"/>
            <a:ext cx="255722" cy="746333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AA2BD00-6EF7-31F4-F7B1-6AAFC6C3B9B8}"/>
              </a:ext>
            </a:extLst>
          </p:cNvPr>
          <p:cNvCxnSpPr>
            <a:cxnSpLocks/>
          </p:cNvCxnSpPr>
          <p:nvPr/>
        </p:nvCxnSpPr>
        <p:spPr>
          <a:xfrm flipH="1">
            <a:off x="10174310" y="2136947"/>
            <a:ext cx="302583" cy="85658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893B2B66-5C09-378C-905F-25FE0551F08C}"/>
              </a:ext>
            </a:extLst>
          </p:cNvPr>
          <p:cNvCxnSpPr>
            <a:cxnSpLocks/>
          </p:cNvCxnSpPr>
          <p:nvPr/>
        </p:nvCxnSpPr>
        <p:spPr>
          <a:xfrm>
            <a:off x="2215457" y="2179057"/>
            <a:ext cx="259837" cy="704238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987A50B-6879-706A-83DF-77F007C6E7D0}"/>
              </a:ext>
            </a:extLst>
          </p:cNvPr>
          <p:cNvCxnSpPr>
            <a:cxnSpLocks/>
          </p:cNvCxnSpPr>
          <p:nvPr/>
        </p:nvCxnSpPr>
        <p:spPr>
          <a:xfrm>
            <a:off x="2686684" y="4036778"/>
            <a:ext cx="708172" cy="1668334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0C362604-73C7-D3B6-DA72-DA9C8669A27A}"/>
              </a:ext>
            </a:extLst>
          </p:cNvPr>
          <p:cNvCxnSpPr>
            <a:cxnSpLocks/>
          </p:cNvCxnSpPr>
          <p:nvPr/>
        </p:nvCxnSpPr>
        <p:spPr>
          <a:xfrm flipH="1" flipV="1">
            <a:off x="3008441" y="3979048"/>
            <a:ext cx="588428" cy="1351389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F5B635C0-C4B5-D5CD-3B96-94BDD94EBD65}"/>
              </a:ext>
            </a:extLst>
          </p:cNvPr>
          <p:cNvCxnSpPr>
            <a:cxnSpLocks/>
          </p:cNvCxnSpPr>
          <p:nvPr/>
        </p:nvCxnSpPr>
        <p:spPr>
          <a:xfrm flipH="1" flipV="1">
            <a:off x="3125336" y="3928251"/>
            <a:ext cx="5205864" cy="1902600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67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F9D3-A065-66D2-CD1C-8148413F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EBC424C0-4D11-07C8-3FBC-D7D9B2BAF187}"/>
              </a:ext>
            </a:extLst>
          </p:cNvPr>
          <p:cNvSpPr/>
          <p:nvPr/>
        </p:nvSpPr>
        <p:spPr>
          <a:xfrm>
            <a:off x="4321923" y="2827837"/>
            <a:ext cx="3548154" cy="12023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40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537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19AA-3EDD-22F7-C290-EC49F98D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5450727-C159-9B9A-C9EC-E8CB8DF1CF35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8E80B8E8-0BF6-126F-A1E4-EC1DFCA53341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B19C6E-4816-FC7D-8C6E-2AD577943963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8005F61-2EE8-B0FB-C19B-8B6453B5BAD3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F29736BA-EED4-539D-7A75-3155D1FB02B1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132BAA33-2C08-60FB-35D8-11DC91D6ABA2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FCB4E01-5693-1C97-2DF8-EF8DD486490F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B24EEF6C-7D69-2BF2-F125-D84AB13D5FD0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361A7A13-0F6D-641E-4A0C-283F2C55758E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3BA45A64-4FCA-2F40-2C6D-232779CAC4FC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1CECFC95-BDA8-D630-427E-20749CBF610C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5344654F-6850-4AD6-522C-06539E044ECF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6FA9EFA0-0C28-6829-FE2F-3602A1B60321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1B24330-1EBB-0BFE-2D68-A4939E08ED5E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08F758C-2635-1FFC-31FB-8899A61AECE7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E042C6F-D157-5F06-3C4F-0025D654E0A2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DF235DCB-EC76-4DB4-FCB7-F8D4155DE341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85C635F4-DDBB-9BDC-7BE8-449A50CA6F25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39CF94EB-CA7B-0BDA-0793-1A14C62096F8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D56F5CF9-0EF5-F761-FC13-57C94285F191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DD226C6D-2936-61BC-DFED-42634B2D010F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8B6C9D23-6D50-BA84-AC8A-65F66157FD96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138F6508-C53E-211E-7D1E-399D06F81B92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8812D13B-F905-B275-DAB8-C8680DA9E57E}"/>
              </a:ext>
            </a:extLst>
          </p:cNvPr>
          <p:cNvSpPr/>
          <p:nvPr/>
        </p:nvSpPr>
        <p:spPr>
          <a:xfrm>
            <a:off x="4994089" y="105971"/>
            <a:ext cx="2219508" cy="5439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4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93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06C2-36E5-6128-6462-D3B27224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B7E624-4E8E-6F40-FF4A-3C233F175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換調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6EAADB2-3142-0B84-938A-A0B3DEEC2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53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6D47F5B-C715-381A-0F07-A288E84031F6}"/>
              </a:ext>
            </a:extLst>
          </p:cNvPr>
          <p:cNvGraphicFramePr>
            <a:graphicFrameLocks noGrp="1"/>
          </p:cNvGraphicFramePr>
          <p:nvPr/>
        </p:nvGraphicFramePr>
        <p:xfrm>
          <a:off x="-19538950" y="-726492"/>
          <a:ext cx="7360144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136">
                  <a:extLst>
                    <a:ext uri="{9D8B030D-6E8A-4147-A177-3AD203B41FA5}">
                      <a16:colId xmlns:a16="http://schemas.microsoft.com/office/drawing/2014/main" val="4067214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113523221"/>
                    </a:ext>
                  </a:extLst>
                </a:gridCol>
                <a:gridCol w="593560">
                  <a:extLst>
                    <a:ext uri="{9D8B030D-6E8A-4147-A177-3AD203B41FA5}">
                      <a16:colId xmlns:a16="http://schemas.microsoft.com/office/drawing/2014/main" val="1809275981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77205782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533640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9847400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3949974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437215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29685229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26011674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96750577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62184376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90438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3018190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3008883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1066256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973428530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64702568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827748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096419669"/>
                    </a:ext>
                  </a:extLst>
                </a:gridCol>
              </a:tblGrid>
              <a:tr h="23877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False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44799617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521659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06710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高平調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3136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40871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4340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4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02311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709927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6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highlight>
                            <a:srgbClr val="FFFFFF"/>
                          </a:highlight>
                        </a:rPr>
                        <a:t>Mi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  <a:highlight>
                            <a:srgbClr val="FFFFFF"/>
                          </a:highlight>
                        </a:rPr>
                        <a:t>中音調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highlight>
                          <a:srgbClr val="FFFFFF"/>
                        </a:highlight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74815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920262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8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219334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9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476727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666679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56146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窐音調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99502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7099919"/>
                  </a:ext>
                </a:extLst>
              </a:tr>
              <a:tr h="174021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3596598"/>
                  </a:ext>
                </a:extLst>
              </a:tr>
              <a:tr h="121410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807028"/>
                  </a:ext>
                </a:extLst>
              </a:tr>
            </a:tbl>
          </a:graphicData>
        </a:graphic>
      </p:graphicFrame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C56E472-7637-28C4-0C96-D3231DB50529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D2170948-3976-0E46-52C6-9EE3A4AB4E27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6D6A90CC-D2E0-BFF2-6360-3736449274B3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獅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ㄙㄞˉ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9F0F905E-A8B3-4665-B538-F8F62BD94AF7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猴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ㄍㄠˊ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1F73655F-03AC-4A47-93EA-0AE59E1747F3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狗</a:t>
            </a:r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ㄍㄠˋ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3750AA86-F75E-421E-A0A7-0DE108E4BBB8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豹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ㄅㄚ˪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7901DFCA-E00E-4153-88AC-1BFF067EAAFB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ㄑㄧㆫ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˫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75D8413-5A82-0D59-847E-DA80E058FD19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7D6A1F6-3047-43A8-8B57-590C5D091524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9D64635-BF74-0E5F-36D1-D89FF7E5115F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4A7A6608-16AA-4B08-8529-01DCB6CC21BA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17F4700-8E6F-489C-EEB4-6371530B4525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CC42761-68DF-35A8-4623-B60C3AF9DACB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25446C22-AD5B-4640-F32C-2918EF472BAA}"/>
              </a:ext>
            </a:extLst>
          </p:cNvPr>
          <p:cNvSpPr txBox="1"/>
          <p:nvPr/>
        </p:nvSpPr>
        <p:spPr>
          <a:xfrm>
            <a:off x="9105825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ㄚㆷ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8BB7BE6F-6184-17CD-A8DF-8CAC2176345F}"/>
              </a:ext>
            </a:extLst>
          </p:cNvPr>
          <p:cNvSpPr txBox="1"/>
          <p:nvPr/>
        </p:nvSpPr>
        <p:spPr>
          <a:xfrm>
            <a:off x="9961359" y="573089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鹿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ㄌ</a:t>
            </a:r>
            <a:r>
              <a:rPr lang="zh-CN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ㄛ</a:t>
            </a: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ㆻ˙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BAB0A8A9-3346-C12C-1974-CE4C2604F87D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中入調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32ADB8D2-BB52-80EB-CB67-9F88FDEB2371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高入調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46A1F9D8-F130-D8CB-24DC-ECB9261D5288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626F36EB-7637-4EA5-BF59-8CF871EC3FC8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080BE072-E9AB-5F7D-5467-CE7F782077A1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6BD68C9-547B-4CFA-23AF-3509D3F329DD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709FDE3-E393-5C61-8D69-AF7D8F2B48D9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28D3C8B-62CD-2542-36E1-97F5F59449A0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4A7D300-1C08-8DB7-5F1A-F57EC68BA472}"/>
              </a:ext>
            </a:extLst>
          </p:cNvPr>
          <p:cNvSpPr txBox="1"/>
          <p:nvPr/>
        </p:nvSpPr>
        <p:spPr>
          <a:xfrm>
            <a:off x="5542002" y="2315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2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方音符號</a:t>
            </a:r>
          </a:p>
        </p:txBody>
      </p:sp>
    </p:spTree>
    <p:extLst>
      <p:ext uri="{BB962C8B-B14F-4D97-AF65-F5344CB8AC3E}">
        <p14:creationId xmlns:p14="http://schemas.microsoft.com/office/powerpoint/2010/main" val="975806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9990-7A0F-FF8E-72CA-BF4980FB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235A1C4-BCDB-6944-3E2E-2319BDC3657C}"/>
              </a:ext>
            </a:extLst>
          </p:cNvPr>
          <p:cNvGraphicFramePr>
            <a:graphicFrameLocks noGrp="1"/>
          </p:cNvGraphicFramePr>
          <p:nvPr/>
        </p:nvGraphicFramePr>
        <p:xfrm>
          <a:off x="-19538950" y="-726492"/>
          <a:ext cx="7360144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136">
                  <a:extLst>
                    <a:ext uri="{9D8B030D-6E8A-4147-A177-3AD203B41FA5}">
                      <a16:colId xmlns:a16="http://schemas.microsoft.com/office/drawing/2014/main" val="4067214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113523221"/>
                    </a:ext>
                  </a:extLst>
                </a:gridCol>
                <a:gridCol w="593560">
                  <a:extLst>
                    <a:ext uri="{9D8B030D-6E8A-4147-A177-3AD203B41FA5}">
                      <a16:colId xmlns:a16="http://schemas.microsoft.com/office/drawing/2014/main" val="1809275981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77205782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533640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9847400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3949974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437215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29685229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26011674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96750577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62184376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90438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3018190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3008883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1066256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973428530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64702568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827748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096419669"/>
                    </a:ext>
                  </a:extLst>
                </a:gridCol>
              </a:tblGrid>
              <a:tr h="23877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False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44799617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521659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06710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高平調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3136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40871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4340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4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02311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709927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6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highlight>
                            <a:srgbClr val="FFFFFF"/>
                          </a:highlight>
                        </a:rPr>
                        <a:t>Mi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  <a:highlight>
                            <a:srgbClr val="FFFFFF"/>
                          </a:highlight>
                        </a:rPr>
                        <a:t>中音調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highlight>
                          <a:srgbClr val="FFFFFF"/>
                        </a:highlight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74815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920262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8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219334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9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476727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666679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56146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窐音調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99502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7099919"/>
                  </a:ext>
                </a:extLst>
              </a:tr>
              <a:tr h="174021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3596598"/>
                  </a:ext>
                </a:extLst>
              </a:tr>
              <a:tr h="121410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807028"/>
                  </a:ext>
                </a:extLst>
              </a:tr>
            </a:tbl>
          </a:graphicData>
        </a:graphic>
      </p:graphicFrame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1F3B5CB-53F3-2983-B138-9E11F3D2A1DB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C6447E27-1F09-F1A6-DD49-26FDB90E86C6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3649996B-91DC-0867-87B8-D73987263A7D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獅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ㄙㄞˉ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E9E44B2E-379A-7857-87BB-91B07213B713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猴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ㄍㄠˊ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645FAE54-A5D2-59D1-57D7-C5A16B18E194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狗</a:t>
            </a:r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ㄍㄠˋ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47C8ECAE-5F3B-32C7-F6F1-E54EA107A1F6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豹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ㄅㄚˇ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04F23BD5-4ED5-F4FF-5FFA-08D3CDE35738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ㄑㄧㆫ</a:t>
            </a:r>
            <a:r>
              <a:rPr lang="en-US" altLang="zh-TW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+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31EC782-0B8E-60FA-80D4-8CFFB5CEE58C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C37DE2F-50DE-8667-4640-A7D1553C6DF0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57BF0422-5759-8648-D5C0-C4B75CA3D5D0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7F124DA3-CB2B-00CB-EE97-5A4BA4DAE833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990D839-55FF-D023-87E5-38AD35707CFA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B3EA59E9-F99A-CA2F-D8FC-6F716A46B6D0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57CAB03C-1EE1-1C1C-6E22-3FC6B010ABF9}"/>
              </a:ext>
            </a:extLst>
          </p:cNvPr>
          <p:cNvSpPr txBox="1"/>
          <p:nvPr/>
        </p:nvSpPr>
        <p:spPr>
          <a:xfrm>
            <a:off x="9105825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ㄚㆷ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04BE6621-E8E0-145B-5B1D-3DBA4D4C929F}"/>
              </a:ext>
            </a:extLst>
          </p:cNvPr>
          <p:cNvSpPr txBox="1"/>
          <p:nvPr/>
        </p:nvSpPr>
        <p:spPr>
          <a:xfrm>
            <a:off x="9961359" y="573089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鹿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ㄌ</a:t>
            </a:r>
            <a:r>
              <a:rPr lang="zh-CN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ㄛ</a:t>
            </a: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ㆻˉ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C2FFB73C-EDC9-E148-FDB3-B3243253A128}"/>
              </a:ext>
            </a:extLst>
          </p:cNvPr>
          <p:cNvSpPr txBox="1"/>
          <p:nvPr/>
        </p:nvSpPr>
        <p:spPr>
          <a:xfrm>
            <a:off x="10556752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中入調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0C977655-4A0E-FC05-C272-071CBA97E83E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高入調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8ED0187F-500E-C8B5-A810-7F7BDB8339D2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9392F37A-54FA-8DAF-E306-D738179FE1A7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4BD8810B-404E-3772-F8F9-40B45B8A2632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8AB8D8C-4B7E-076F-BB90-AB334B00280C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D2DE129-6C18-792F-8E99-BB85CE72934F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FD08F7C-A9E7-24A7-5C4A-A72C0E53CC80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E29938-E3E1-F192-3CA8-2A21196FDA74}"/>
              </a:ext>
            </a:extLst>
          </p:cNvPr>
          <p:cNvSpPr txBox="1"/>
          <p:nvPr/>
        </p:nvSpPr>
        <p:spPr>
          <a:xfrm>
            <a:off x="5425039" y="2315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2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台語ㄅㄆㄇ</a:t>
            </a:r>
          </a:p>
        </p:txBody>
      </p:sp>
    </p:spTree>
    <p:extLst>
      <p:ext uri="{BB962C8B-B14F-4D97-AF65-F5344CB8AC3E}">
        <p14:creationId xmlns:p14="http://schemas.microsoft.com/office/powerpoint/2010/main" val="626365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8F73-E730-AFA0-A621-7FA2D5AD8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6A16-F992-14A3-DFC9-04F527A6ED4A}"/>
              </a:ext>
            </a:extLst>
          </p:cNvPr>
          <p:cNvGraphicFramePr>
            <a:graphicFrameLocks noGrp="1"/>
          </p:cNvGraphicFramePr>
          <p:nvPr/>
        </p:nvGraphicFramePr>
        <p:xfrm>
          <a:off x="-19538950" y="-726492"/>
          <a:ext cx="7360144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136">
                  <a:extLst>
                    <a:ext uri="{9D8B030D-6E8A-4147-A177-3AD203B41FA5}">
                      <a16:colId xmlns:a16="http://schemas.microsoft.com/office/drawing/2014/main" val="4067214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113523221"/>
                    </a:ext>
                  </a:extLst>
                </a:gridCol>
                <a:gridCol w="593560">
                  <a:extLst>
                    <a:ext uri="{9D8B030D-6E8A-4147-A177-3AD203B41FA5}">
                      <a16:colId xmlns:a16="http://schemas.microsoft.com/office/drawing/2014/main" val="1809275981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77205782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533640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9847400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3949974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437215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29685229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26011674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96750577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62184376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90438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3018190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3008883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1066256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973428530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64702568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827748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096419669"/>
                    </a:ext>
                  </a:extLst>
                </a:gridCol>
              </a:tblGrid>
              <a:tr h="23877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False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44799617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521659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06710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高平調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3136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40871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4340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4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02311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709927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6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highlight>
                            <a:srgbClr val="FFFFFF"/>
                          </a:highlight>
                        </a:rPr>
                        <a:t>Mi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  <a:highlight>
                            <a:srgbClr val="FFFFFF"/>
                          </a:highlight>
                        </a:rPr>
                        <a:t>中音調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highlight>
                          <a:srgbClr val="FFFFFF"/>
                        </a:highlight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74815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920262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8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219334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9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476727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666679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56146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窐音調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99502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7099919"/>
                  </a:ext>
                </a:extLst>
              </a:tr>
              <a:tr h="174021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3596598"/>
                  </a:ext>
                </a:extLst>
              </a:tr>
              <a:tr h="121410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807028"/>
                  </a:ext>
                </a:extLst>
              </a:tr>
            </a:tbl>
          </a:graphicData>
        </a:graphic>
      </p:graphicFrame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66871D3-003E-F96F-10B7-58A13CD9FD89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F6FBD40F-9889-D1BF-1D30-805E9BD7E468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FEB74734-81B8-0362-9166-C4B80BE7BEB8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獅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ㄙㄞ</a:t>
            </a:r>
            <a:r>
              <a:rPr lang="en-US" altLang="zh-TW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¹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2402E6E6-9D2D-C490-E0DE-680400B29D33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猴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ㄍㄠ⁵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8A5108F7-9EA1-3319-2A5A-7658A9B3C08D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狗</a:t>
            </a:r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</a:t>
            </a:r>
            <a:r>
              <a:rPr lang="en-US" altLang="zh-TW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²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517787D4-2567-9320-B09C-5A09E6B25470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豹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ㄅㄚ</a:t>
            </a:r>
            <a:r>
              <a:rPr lang="en-US" altLang="zh-TW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40F0DE71-E07B-3E84-E1CC-6DE1ACD38DC9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ㄑㄧ⁰ㄨ⁷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013C73F-60C3-9069-A00C-38F05DDBF956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820E59A-139F-3991-D812-F3FF177D8F42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3ADE341-1E06-D332-7CD9-9635080C5237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5F729180-DA03-B724-5DD4-5E6E266611AD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E5B407-749A-08AC-0A18-5044CD916BFE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D679BFC-1E85-DA9D-BC40-58CB4345F955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F3235F84-80E2-BD34-630B-4CD725CF9653}"/>
              </a:ext>
            </a:extLst>
          </p:cNvPr>
          <p:cNvSpPr txBox="1"/>
          <p:nvPr/>
        </p:nvSpPr>
        <p:spPr>
          <a:xfrm>
            <a:off x="9105825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ㄚㆷ ⁴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C0091292-E90E-5AB3-4360-AC0EA1A135C9}"/>
              </a:ext>
            </a:extLst>
          </p:cNvPr>
          <p:cNvSpPr txBox="1"/>
          <p:nvPr/>
        </p:nvSpPr>
        <p:spPr>
          <a:xfrm>
            <a:off x="9961359" y="573089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鹿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ㄌ</a:t>
            </a:r>
            <a:r>
              <a:rPr lang="zh-CN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ㄛ</a:t>
            </a: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ㆻ⁸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12D708C2-4556-32C2-1FCD-F1347F72F4B3}"/>
              </a:ext>
            </a:extLst>
          </p:cNvPr>
          <p:cNvSpPr txBox="1"/>
          <p:nvPr/>
        </p:nvSpPr>
        <p:spPr>
          <a:xfrm>
            <a:off x="10556752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中入調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F60F6447-145C-2AC3-906D-287213FE0708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高入調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DDA72001-D899-BFFD-F68F-D195B63DB1CB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D1AA974B-4E75-2494-921D-35520FA21C9E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753C3411-8326-605A-37D0-494C4A3AF539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9E30938-DCF7-BEE8-07F3-3ACC2198CBFC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BE4388F-AB4A-2BE0-C75D-0E2F10DFF82F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824C479-680E-8EDE-DB23-135A8DF407D8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1C09E84-1179-3175-2BEF-6FA9E0C87760}"/>
              </a:ext>
            </a:extLst>
          </p:cNvPr>
          <p:cNvSpPr txBox="1"/>
          <p:nvPr/>
        </p:nvSpPr>
        <p:spPr>
          <a:xfrm>
            <a:off x="5080337" y="22175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2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台語音標注音符號</a:t>
            </a:r>
          </a:p>
        </p:txBody>
      </p:sp>
    </p:spTree>
    <p:extLst>
      <p:ext uri="{BB962C8B-B14F-4D97-AF65-F5344CB8AC3E}">
        <p14:creationId xmlns:p14="http://schemas.microsoft.com/office/powerpoint/2010/main" val="329520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FAAB-85D6-C845-EB1A-0B97A8F2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87956A9-7C7B-EFE9-AAA3-BEF6CB4129E4}"/>
              </a:ext>
            </a:extLst>
          </p:cNvPr>
          <p:cNvGraphicFramePr>
            <a:graphicFrameLocks noGrp="1"/>
          </p:cNvGraphicFramePr>
          <p:nvPr/>
        </p:nvGraphicFramePr>
        <p:xfrm>
          <a:off x="-19538950" y="-726492"/>
          <a:ext cx="7360144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136">
                  <a:extLst>
                    <a:ext uri="{9D8B030D-6E8A-4147-A177-3AD203B41FA5}">
                      <a16:colId xmlns:a16="http://schemas.microsoft.com/office/drawing/2014/main" val="4067214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113523221"/>
                    </a:ext>
                  </a:extLst>
                </a:gridCol>
                <a:gridCol w="593560">
                  <a:extLst>
                    <a:ext uri="{9D8B030D-6E8A-4147-A177-3AD203B41FA5}">
                      <a16:colId xmlns:a16="http://schemas.microsoft.com/office/drawing/2014/main" val="1809275981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77205782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533640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9847400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3949974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437215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29685229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26011674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96750577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62184376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90438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3018190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3008883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1066256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973428530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64702568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827748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096419669"/>
                    </a:ext>
                  </a:extLst>
                </a:gridCol>
              </a:tblGrid>
              <a:tr h="23877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False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44799617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521659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06710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高平調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3136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40871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4340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4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02311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709927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6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highlight>
                            <a:srgbClr val="FFFFFF"/>
                          </a:highlight>
                        </a:rPr>
                        <a:t>Mi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  <a:highlight>
                            <a:srgbClr val="FFFFFF"/>
                          </a:highlight>
                        </a:rPr>
                        <a:t>中音調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highlight>
                          <a:srgbClr val="FFFFFF"/>
                        </a:highlight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74815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920262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8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219334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9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476727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666679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56146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窐音調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99502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7099919"/>
                  </a:ext>
                </a:extLst>
              </a:tr>
              <a:tr h="174021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3596598"/>
                  </a:ext>
                </a:extLst>
              </a:tr>
              <a:tr h="121410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807028"/>
                  </a:ext>
                </a:extLst>
              </a:tr>
            </a:tbl>
          </a:graphicData>
        </a:graphic>
      </p:graphicFrame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ACA4E35-FA4A-5E36-12DC-F27CA3C904C3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形 4">
            <a:extLst>
              <a:ext uri="{FF2B5EF4-FFF2-40B4-BE49-F238E27FC236}">
                <a16:creationId xmlns:a16="http://schemas.microsoft.com/office/drawing/2014/main" id="{F03A1CB3-780B-3164-AF4F-DF4F5D092755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7" name="文字方塊 9">
            <a:extLst>
              <a:ext uri="{FF2B5EF4-FFF2-40B4-BE49-F238E27FC236}">
                <a16:creationId xmlns:a16="http://schemas.microsoft.com/office/drawing/2014/main" id="{9FCD2A84-6016-A227-7417-CC2649B191CA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君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26" name="文字方塊 12">
            <a:extLst>
              <a:ext uri="{FF2B5EF4-FFF2-40B4-BE49-F238E27FC236}">
                <a16:creationId xmlns:a16="http://schemas.microsoft.com/office/drawing/2014/main" id="{A796319C-B390-15CE-4EC2-B48DD8394018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群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（五）陽平</a:t>
            </a:r>
          </a:p>
        </p:txBody>
      </p:sp>
      <p:sp>
        <p:nvSpPr>
          <p:cNvPr id="27" name="文字方塊 13">
            <a:extLst>
              <a:ext uri="{FF2B5EF4-FFF2-40B4-BE49-F238E27FC236}">
                <a16:creationId xmlns:a16="http://schemas.microsoft.com/office/drawing/2014/main" id="{41C1B906-7C7E-DA07-1706-238B69FF78A5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滾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28" name="文字方塊 14">
            <a:extLst>
              <a:ext uri="{FF2B5EF4-FFF2-40B4-BE49-F238E27FC236}">
                <a16:creationId xmlns:a16="http://schemas.microsoft.com/office/drawing/2014/main" id="{85D26189-5E35-3CFD-B3C1-5EF55D7F2E96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棍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29" name="文字方塊 15">
            <a:extLst>
              <a:ext uri="{FF2B5EF4-FFF2-40B4-BE49-F238E27FC236}">
                <a16:creationId xmlns:a16="http://schemas.microsoft.com/office/drawing/2014/main" id="{63252021-7B3C-E658-630E-BC36AE5BF247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65956664-98B7-A5A6-DD94-9283B11EA468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E5FBA22C-58E3-C59A-4705-7F57CA54442E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文字方塊 23">
            <a:extLst>
              <a:ext uri="{FF2B5EF4-FFF2-40B4-BE49-F238E27FC236}">
                <a16:creationId xmlns:a16="http://schemas.microsoft.com/office/drawing/2014/main" id="{849811B7-07FE-252E-9292-0CA65D4B55D4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39" name="文字方塊 24">
            <a:extLst>
              <a:ext uri="{FF2B5EF4-FFF2-40B4-BE49-F238E27FC236}">
                <a16:creationId xmlns:a16="http://schemas.microsoft.com/office/drawing/2014/main" id="{9380CC33-0168-6A47-DC48-529621E16B95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BEB1A824-C378-1858-345F-E434B5565B87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436A9ED8-0BF0-AEE0-12B4-C9C4D23991D0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30">
            <a:extLst>
              <a:ext uri="{FF2B5EF4-FFF2-40B4-BE49-F238E27FC236}">
                <a16:creationId xmlns:a16="http://schemas.microsoft.com/office/drawing/2014/main" id="{03D3CF43-C765-6C37-A47F-165F33B1AB74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（四）陰入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43" name="文字方塊 31">
            <a:extLst>
              <a:ext uri="{FF2B5EF4-FFF2-40B4-BE49-F238E27FC236}">
                <a16:creationId xmlns:a16="http://schemas.microsoft.com/office/drawing/2014/main" id="{01CCF481-2089-44E5-0D5B-7C4976FF99B6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滑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44" name="文字方塊 32">
            <a:extLst>
              <a:ext uri="{FF2B5EF4-FFF2-40B4-BE49-F238E27FC236}">
                <a16:creationId xmlns:a16="http://schemas.microsoft.com/office/drawing/2014/main" id="{1BC0395E-F41C-B38C-1BCD-7DDB9141B4BC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中入調</a:t>
            </a:r>
          </a:p>
        </p:txBody>
      </p:sp>
      <p:sp>
        <p:nvSpPr>
          <p:cNvPr id="45" name="文字方塊 39">
            <a:extLst>
              <a:ext uri="{FF2B5EF4-FFF2-40B4-BE49-F238E27FC236}">
                <a16:creationId xmlns:a16="http://schemas.microsoft.com/office/drawing/2014/main" id="{CC5076B0-13D4-1976-7E65-9692DF0764F0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高入調</a:t>
            </a:r>
          </a:p>
        </p:txBody>
      </p:sp>
      <p:sp>
        <p:nvSpPr>
          <p:cNvPr id="46" name="文字方塊 23">
            <a:extLst>
              <a:ext uri="{FF2B5EF4-FFF2-40B4-BE49-F238E27FC236}">
                <a16:creationId xmlns:a16="http://schemas.microsoft.com/office/drawing/2014/main" id="{AF5140A7-A3BA-BD54-9E7E-AE0E6DF1C70E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47" name="文字方塊 23">
            <a:extLst>
              <a:ext uri="{FF2B5EF4-FFF2-40B4-BE49-F238E27FC236}">
                <a16:creationId xmlns:a16="http://schemas.microsoft.com/office/drawing/2014/main" id="{6766D25E-2068-1E99-ECAD-B428D2B31F6E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48" name="文字方塊 23">
            <a:extLst>
              <a:ext uri="{FF2B5EF4-FFF2-40B4-BE49-F238E27FC236}">
                <a16:creationId xmlns:a16="http://schemas.microsoft.com/office/drawing/2014/main" id="{C195CB34-F826-924C-EA29-F7A68E76ACB5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8CAA75FA-8896-8D37-7757-EF04D1A9C4CA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9A328B1-4E83-33CC-6359-47173D93364D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11092C-BE2F-A3EC-873A-9A05FE885E9D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341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14DD7C20-2DEC-2DE1-5BFE-9658E0A26A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933231"/>
              </p:ext>
            </p:extLst>
          </p:nvPr>
        </p:nvGraphicFramePr>
        <p:xfrm>
          <a:off x="862013" y="2665413"/>
          <a:ext cx="104679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468008" imgH="1523954" progId="Excel.Sheet.12">
                  <p:embed/>
                </p:oleObj>
              </mc:Choice>
              <mc:Fallback>
                <p:oleObj name="Worksheet" r:id="rId2" imgW="10468008" imgH="15239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2013" y="2665413"/>
                        <a:ext cx="10467975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896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D0FED56-BE75-A4FA-CA57-1763B8E71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856748"/>
              </p:ext>
            </p:extLst>
          </p:nvPr>
        </p:nvGraphicFramePr>
        <p:xfrm>
          <a:off x="2566348" y="1236497"/>
          <a:ext cx="7029712" cy="2192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6272" imgH="1523954" progId="Excel.Sheet.12">
                  <p:embed/>
                </p:oleObj>
              </mc:Choice>
              <mc:Fallback>
                <p:oleObj name="Worksheet" r:id="rId2" imgW="4886272" imgH="15239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66348" y="1236497"/>
                        <a:ext cx="7029712" cy="2192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59B97A70-F486-FDB9-8975-96CD01699C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540180"/>
              </p:ext>
            </p:extLst>
          </p:nvPr>
        </p:nvGraphicFramePr>
        <p:xfrm>
          <a:off x="2566348" y="4146652"/>
          <a:ext cx="7057119" cy="2192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905523" imgH="1523954" progId="Excel.Sheet.12">
                  <p:embed/>
                </p:oleObj>
              </mc:Choice>
              <mc:Fallback>
                <p:oleObj name="Worksheet" r:id="rId4" imgW="4905523" imgH="15239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66348" y="4146652"/>
                        <a:ext cx="7057119" cy="2192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9752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6D47F5B-C715-381A-0F07-A288E8403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85881"/>
              </p:ext>
            </p:extLst>
          </p:nvPr>
        </p:nvGraphicFramePr>
        <p:xfrm>
          <a:off x="-19538950" y="-726492"/>
          <a:ext cx="7360144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136">
                  <a:extLst>
                    <a:ext uri="{9D8B030D-6E8A-4147-A177-3AD203B41FA5}">
                      <a16:colId xmlns:a16="http://schemas.microsoft.com/office/drawing/2014/main" val="4067214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113523221"/>
                    </a:ext>
                  </a:extLst>
                </a:gridCol>
                <a:gridCol w="593560">
                  <a:extLst>
                    <a:ext uri="{9D8B030D-6E8A-4147-A177-3AD203B41FA5}">
                      <a16:colId xmlns:a16="http://schemas.microsoft.com/office/drawing/2014/main" val="1809275981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77205782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533640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9847400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39499747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4372156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296852296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260116745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396750577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62184376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904389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13018190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930088832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10662564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973428530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64702568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1558277483"/>
                    </a:ext>
                  </a:extLst>
                </a:gridCol>
                <a:gridCol w="356136">
                  <a:extLst>
                    <a:ext uri="{9D8B030D-6E8A-4147-A177-3AD203B41FA5}">
                      <a16:colId xmlns:a16="http://schemas.microsoft.com/office/drawing/2014/main" val="4096419669"/>
                    </a:ext>
                  </a:extLst>
                </a:gridCol>
              </a:tblGrid>
              <a:tr h="23877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False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44799617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521659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06710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高平調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3136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40871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4340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4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02311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7099270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6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highlight>
                            <a:srgbClr val="FFFFFF"/>
                          </a:highlight>
                        </a:rPr>
                        <a:t>Mi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  <a:highlight>
                            <a:srgbClr val="FFFFFF"/>
                          </a:highlight>
                        </a:rPr>
                        <a:t>中音調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highlight>
                          <a:srgbClr val="FFFFFF"/>
                        </a:highlight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74815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920262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8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219334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9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476727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666679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561463"/>
                  </a:ext>
                </a:extLst>
              </a:tr>
              <a:tr h="1983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12</a:t>
                      </a:r>
                      <a:endParaRPr lang="en-US" altLang="zh-TW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Do</a:t>
                      </a:r>
                      <a:endParaRPr lang="en-US" sz="1200" b="1" i="0" u="none" strike="noStrike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窐音調</a:t>
                      </a:r>
                      <a:endParaRPr lang="zh-TW" altLang="en-US" sz="700" b="1" i="0" u="none" strike="noStrike">
                        <a:solidFill>
                          <a:srgbClr val="FF0000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99502"/>
                  </a:ext>
                </a:extLst>
              </a:tr>
              <a:tr h="113316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7099919"/>
                  </a:ext>
                </a:extLst>
              </a:tr>
              <a:tr h="174021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3596598"/>
                  </a:ext>
                </a:extLst>
              </a:tr>
              <a:tr h="121410"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FFFFFF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7030A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807028"/>
                  </a:ext>
                </a:extLst>
              </a:tr>
            </a:tbl>
          </a:graphicData>
        </a:graphic>
      </p:graphicFrame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C56E472-7637-28C4-0C96-D3231DB50529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D2170948-3976-0E46-52C6-9EE3A4AB4E27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6D6A90CC-D2E0-BFF2-6360-3736449274B3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獅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ㄙㄞˉ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9F0F905E-A8B3-4665-B538-F8F62BD94AF7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i="0" u="none" strike="noStrike" dirty="0">
                <a:solidFill>
                  <a:schemeClr val="dk1"/>
                </a:solidFill>
                <a:effectLst/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猴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ㄍㄠˊ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1F73655F-03AC-4A47-93EA-0AE59E1747F3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狗</a:t>
            </a:r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ㄍㄠˋ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3750AA86-F75E-421E-A0A7-0DE108E4BBB8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豹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ㄅㄚ˪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7901DFCA-E00E-4153-88AC-1BFF067EAAFB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ㄑㄧㆫ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˫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75D8413-5A82-0D59-847E-DA80E058FD19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7D6A1F6-3047-43A8-8B57-590C5D091524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9D64635-BF74-0E5F-36D1-D89FF7E5115F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4A7A6608-16AA-4B08-8529-01DCB6CC21BA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17F4700-8E6F-489C-EEB4-6371530B4525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CC42761-68DF-35A8-4623-B60C3AF9DACB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25446C22-AD5B-4640-F32C-2918EF472BAA}"/>
              </a:ext>
            </a:extLst>
          </p:cNvPr>
          <p:cNvSpPr txBox="1"/>
          <p:nvPr/>
        </p:nvSpPr>
        <p:spPr>
          <a:xfrm>
            <a:off x="9105825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ㄚㆷ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8BB7BE6F-6184-17CD-A8DF-8CAC2176345F}"/>
              </a:ext>
            </a:extLst>
          </p:cNvPr>
          <p:cNvSpPr txBox="1"/>
          <p:nvPr/>
        </p:nvSpPr>
        <p:spPr>
          <a:xfrm>
            <a:off x="9961359" y="573089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SemiBold" panose="02020600000000000000" pitchFamily="18" charset="-128"/>
                <a:ea typeface="Noto Serif TC SemiBold" panose="02020600000000000000" pitchFamily="18" charset="-128"/>
              </a:rPr>
              <a:t>鹿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ㄌ</a:t>
            </a:r>
            <a:r>
              <a:rPr lang="zh-CN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ㄛ</a:t>
            </a: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ㆻ˙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BAB0A8A9-3346-C12C-1974-CE4C2604F87D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中入調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32ADB8D2-BB52-80EB-CB67-9F88FDEB2371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高入調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46A1F9D8-F130-D8CB-24DC-ECB9261D5288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626F36EB-7637-4EA5-BF59-8CF871EC3FC8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080BE072-E9AB-5F7D-5467-CE7F782077A1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6BD68C9-547B-4CFA-23AF-3509D3F329DD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709FDE3-E393-5C61-8D69-AF7D8F2B48D9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28D3C8B-62CD-2542-36E1-97F5F59449A0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4A7D300-1C08-8DB7-5F1A-F57EC68BA472}"/>
              </a:ext>
            </a:extLst>
          </p:cNvPr>
          <p:cNvSpPr txBox="1"/>
          <p:nvPr/>
        </p:nvSpPr>
        <p:spPr>
          <a:xfrm>
            <a:off x="5542002" y="2315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2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方音符號</a:t>
            </a:r>
          </a:p>
        </p:txBody>
      </p:sp>
    </p:spTree>
    <p:extLst>
      <p:ext uri="{BB962C8B-B14F-4D97-AF65-F5344CB8AC3E}">
        <p14:creationId xmlns:p14="http://schemas.microsoft.com/office/powerpoint/2010/main" val="3291998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951</Words>
  <Application>Microsoft Office PowerPoint</Application>
  <PresentationFormat>寬螢幕</PresentationFormat>
  <Paragraphs>397</Paragraphs>
  <Slides>19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33" baseType="lpstr">
      <vt:lpstr>Noto Sans TC Black</vt:lpstr>
      <vt:lpstr>Noto Sans TC SemiBold</vt:lpstr>
      <vt:lpstr>Noto Serif TC Black</vt:lpstr>
      <vt:lpstr>Noto Serif TC SemiBold</vt:lpstr>
      <vt:lpstr>新細明體</vt:lpstr>
      <vt:lpstr>新細明體</vt:lpstr>
      <vt:lpstr>霞鶩文楷 TC</vt:lpstr>
      <vt:lpstr>Aptos</vt:lpstr>
      <vt:lpstr>Aptos Display</vt:lpstr>
      <vt:lpstr>Arial</vt:lpstr>
      <vt:lpstr>Charis SIL</vt:lpstr>
      <vt:lpstr>Times New Roman</vt:lpstr>
      <vt:lpstr>Office 佈景主題</vt:lpstr>
      <vt:lpstr>Worksheet</vt:lpstr>
      <vt:lpstr>河洛話八聲調</vt:lpstr>
      <vt:lpstr>PowerPoint 簡報</vt:lpstr>
      <vt:lpstr>PowerPoint 簡報</vt:lpstr>
      <vt:lpstr>閩拚方案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換調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25</cp:revision>
  <dcterms:created xsi:type="dcterms:W3CDTF">2024-08-14T07:43:40Z</dcterms:created>
  <dcterms:modified xsi:type="dcterms:W3CDTF">2026-10-13T13:16:38Z</dcterms:modified>
</cp:coreProperties>
</file>