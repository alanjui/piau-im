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7" r:id="rId3"/>
    <p:sldId id="276" r:id="rId4"/>
    <p:sldId id="279" r:id="rId5"/>
    <p:sldId id="275" r:id="rId6"/>
    <p:sldId id="274" r:id="rId7"/>
    <p:sldId id="273" r:id="rId8"/>
    <p:sldId id="278" r:id="rId9"/>
    <p:sldId id="271" r:id="rId10"/>
    <p:sldId id="269" r:id="rId11"/>
    <p:sldId id="27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69E7F-F3B0-256F-4C20-DD03F1D4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415F46-DF18-1D13-E5D7-7D484F0EF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895F17-9F7C-463E-7BC3-38973EF3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A7C01F-8105-C29A-B265-90C6FD70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7462C4-B5EF-1EAA-DEA6-9B9DE2CE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0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9C328-1446-419E-63E6-9CDE2D6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BED4C2-D1A2-47C4-86FD-F8AC7D17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B660B-41BD-11B7-1586-E7D92734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1B4F5F-D81C-21F2-6C96-709AF71A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51AC85-7F85-7447-2016-73D47017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30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9F42F-75AD-E5C0-0D13-49352B4E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AEC28-1052-CD39-738F-35072D0F7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F2E7E5-3921-75C9-CF46-92D350FB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42E797-60DC-FD36-72EA-DF9FA47D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8EBA8-853E-B7F7-7F9D-AF7C82FB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99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172D8E-ECC4-C078-CD0A-9EAA83A2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812FE-DE34-E8AE-CC3F-88E42B82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41A2ED-0541-9E5D-007B-C3E84859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0407C4-9F55-2BBB-9220-0F7AC2F8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B2B681-608A-DFA5-FFA3-7F4D3C81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14B1BA-6749-BAC4-57EC-279DE858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88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DFB54F-D7E5-67B6-DD48-DD5B3DCD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A6AAD4-F6A9-E622-1EC4-60ACF7C4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0C2F1-B51D-5E6D-5DDA-E044493DA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B5E2EA-F52B-B386-A77A-2214CD5E1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595469-C0E6-4C7F-B1B5-93E419058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AA3A2D-B55B-C963-CB69-52318B72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B8C544-9EC3-9926-171A-C33C6C89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4EDA30-3AE6-E866-16F8-B25753B6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47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38A55-D2D6-D094-CEE1-B9EB4C3C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17222F-A1EF-0ED7-B882-47E0A053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04D277-1E86-AE81-EAA3-69CBA468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969ADA-59AD-4612-E2C6-86C9607C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68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702FE1-A579-39FC-DFA7-4C919631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9809D3-F1CD-0D0A-13BC-A7B2B3CD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8A612C-F323-F5CF-5B34-116B139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2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AA3C7-EAD5-3117-3FF2-5594AA2E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D4D4B-98FE-FB9C-8C3C-06EBED22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4C54F1-1680-0479-4942-62587734D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0DA373-EDA0-0175-57FC-2F3CCF64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880A6-F11F-B324-6B5D-8725ED85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9D35CD-1CFB-DCF6-C6EB-392039D2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7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6DFC37-1743-80D2-315B-7C3EE28B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7D0541-EE49-7E9C-E5DD-195096346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C1590E-C8C4-7B96-6F35-18B5B5F3E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075078-01B2-8140-004F-54D6B950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3408D7-EACA-7B48-9D09-057AFC2E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F74BC4-8CB4-209D-7E12-6DDE4E8F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36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D4223-1A38-71AD-0CE8-D67E7982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209CF6-7789-32DA-73B2-E1AD4FD5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1D5414-CA3A-6240-12E3-A8C6D41D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F46278-922B-B21B-D511-4EE087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DB745D-F52B-5258-8C9C-897E04C6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59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E83468C-8F1E-07F4-FFC3-77EA2E08A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D48D43-88B6-FFF4-47F2-D4CA7A0AC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4C5071-C797-FAB6-5825-66867B19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85FA58-380C-9A83-9B78-C5B77C34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CD033-690A-D5CE-2167-F47751D5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A621C5-DD78-94FB-AA59-50EB633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CD2C11-3A11-FE7D-77B2-19C34139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2045B1-0C36-794F-E035-17C5DABB7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076C2-5F6F-472B-BFF8-3C0541CCB8F3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9B8B-5388-42C2-861B-01B6528D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DAD727-D0E1-BCAE-8EC4-4C09E2A4F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69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FB3A4-D6F5-A1AF-1392-DD1A793DD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閩拼八音</a:t>
            </a:r>
            <a:endParaRPr lang="zh-TW" altLang="en-US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F99307-6F94-1490-4AC0-8ABDEC428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22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4267423-C0A6-4FD3-BC52-68DB0B9D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君韻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24A636-DA8E-63A9-C027-FE6D20A31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89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F9D3-A065-66D2-CD1C-8148413F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EBC424C0-4D11-07C8-3FBC-D7D9B2BAF187}"/>
              </a:ext>
            </a:extLst>
          </p:cNvPr>
          <p:cNvSpPr/>
          <p:nvPr/>
        </p:nvSpPr>
        <p:spPr>
          <a:xfrm>
            <a:off x="4321923" y="2827837"/>
            <a:ext cx="3548154" cy="12023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40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3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57A2D-9A8B-C1E5-0B02-136F7199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F6F273B-F203-EE4B-0DBD-27987C798EAC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E086E6C9-F50A-C8A3-B457-996FDABFFDF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30BE259-211C-C57E-4B0D-0263FD8B4843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0FDCAAA-A6C1-BFAA-1661-60AE6E4051EC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9CB99103-C2A6-03A3-A7E5-0762814EFDF9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1C70E0E3-F9EF-0A43-DD4A-B84D37CC1FF2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8DEC5E8-DF95-890C-7837-200AF3854F26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8C226C1-AB5F-BD3C-BEB5-3902012A9C1F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E6DBEE6E-C64A-C8F9-6605-2561A4317FC8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3BCD6580-CFFA-B9A8-D52C-4D7A60161E9A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BF5F0D20-C860-8462-A1FA-9D5291455CB1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BFFEDD66-66FF-E69B-045C-FD8822151D10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73E441D3-A631-18B1-4047-C28987CB1942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EB742A3-E09D-610B-AED3-6DB29C9AD56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3CEEA7E-F1E5-09C0-1437-44D9B02B3D30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8D3E7A4-419E-FCD9-2EC6-019F50405855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5D1D5418-7D43-5A3C-C2ED-0DBEB4391506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805B8990-994A-CF62-3388-7B73D5E996C4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EFACE53E-4B33-7ACD-79D6-1B48338767D1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DD5C5BA3-6DA2-ECF6-60C9-9149C86C709B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81057664-0286-6AAB-B370-96B5D2B27DE0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97B01263-7B2A-DD21-6B9B-1904DE61DFDC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89EA4923-84D2-8198-827B-A4CE76F31AEA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00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13D3-2272-00C4-6E86-68695C57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278229D-C4C7-67E4-9C32-A146275397EB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A261585F-1F54-27C8-1756-DB1EA7D4FDD9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DECCB9A-C637-AF53-A3FC-ADCBA343BAF3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3A47FA2-D1C3-F382-F919-0EB432D4C76B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625BF97-0AAA-D037-8706-3BCD8D11449D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52101D1C-05C8-0FC0-B893-96AEBDFA38DC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900C7D0-0609-A272-E816-7A5ABEBA4C12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25A1C7B-FDFB-AB35-0A44-FDBAAB695D99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055AE4E9-04DA-0D00-9DC2-B4AFD4EBB5BE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AC982EF4-213D-303A-8126-7815D1470F99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93FC02BA-5E04-5D16-C520-B6ACE657F0A7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6F168501-9D51-0040-656B-24AC65FE6E7D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12600B3D-2928-A9FC-D435-3D84D96077B5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3DE2DB3-BB0B-F761-8FB9-883F29D0C07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B5110F7-B13D-2129-EDA0-2D5B580760CF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933DA43-DB69-72DC-330F-68FAB462873B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EE7E5244-4DBF-FD7F-1D73-943B2EC52366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DD7E44BF-DDED-316A-74AB-B91F8FC830EA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6B47365A-9ADA-3CB7-D022-AA3019C3C6B0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68155833-9FC2-1F89-3573-ED34E0469917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9DE60CCB-355C-72B0-35CE-F229AAD1925C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A3DC3A4B-C75C-E9AF-37F1-C492B50F8823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C751756D-DE60-0774-A654-E38B8115FFF2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08B41E5-64F0-09C6-B006-93C45314D599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F78D1FE-3D84-7C19-416B-DB1BA662C1E0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AA2BD00-6EF7-31F4-F7B1-6AAFC6C3B9B8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893B2B66-5C09-378C-905F-25FE0551F08C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987A50B-6879-706A-83DF-77F007C6E7D0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C362604-73C7-D3B6-DA72-DA9C8669A27A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F5B635C0-C4B5-D5CD-3B96-94BDD94EBD65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67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19AA-3EDD-22F7-C290-EC49F98D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5450727-C159-9B9A-C9EC-E8CB8DF1CF35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8E80B8E8-0BF6-126F-A1E4-EC1DFCA53341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B19C6E-4816-FC7D-8C6E-2AD577943963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8005F61-2EE8-B0FB-C19B-8B6453B5BAD3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F29736BA-EED4-539D-7A75-3155D1FB02B1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132BAA33-2C08-60FB-35D8-11DC91D6ABA2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FCB4E01-5693-1C97-2DF8-EF8DD486490F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B24EEF6C-7D69-2BF2-F125-D84AB13D5FD0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361A7A13-0F6D-641E-4A0C-283F2C55758E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3BA45A64-4FCA-2F40-2C6D-232779CAC4FC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1CECFC95-BDA8-D630-427E-20749CBF610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5344654F-6850-4AD6-522C-06539E044ECF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6FA9EFA0-0C28-6829-FE2F-3602A1B60321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1B24330-1EBB-0BFE-2D68-A4939E08ED5E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08F758C-2635-1FFC-31FB-8899A61AECE7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E042C6F-D157-5F06-3C4F-0025D654E0A2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DF235DCB-EC76-4DB4-FCB7-F8D4155DE341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85C635F4-DDBB-9BDC-7BE8-449A50CA6F25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39CF94EB-CA7B-0BDA-0793-1A14C62096F8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D56F5CF9-0EF5-F761-FC13-57C94285F191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DD226C6D-2936-61BC-DFED-42634B2D010F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8B6C9D23-6D50-BA84-AC8A-65F66157FD96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138F6508-C53E-211E-7D1E-399D06F81B92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8812D13B-F905-B275-DAB8-C8680DA9E57E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93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008A-C279-3FD6-2CCF-7D64CE01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C4CABEE-C1CE-A211-FB4E-0BD09C5A03ED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D9B436EA-E935-A5B2-0842-3931555E5AC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236B000-A40C-A76E-8A86-EE38E5DF1DE1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DF88D3B-939B-4524-ABE2-100E39970086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C018D277-7E75-B4A1-8FEC-8E839B6824F5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44230BED-C5EC-64C6-87BD-F1BA65DA1332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0719AEF-0BCD-CD32-DF06-DD24D5900271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2916635-F52F-80BA-72CA-DA0637B55DFD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F3E26CB7-F60B-9D6F-B186-066D7FE6CE91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BE4E2396-CB46-56B6-A12E-83CD997C49CF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0A3D6F3C-F5E4-A61D-5256-790113173B0B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998B6BBD-7B50-7C71-8527-8DCE2615F857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CC3951DF-DD41-501E-3944-C2FE4562E153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C4DF59B-F7CD-C22A-131D-880B9954CFBC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58F6C44-7A13-0051-112E-316F882EACD8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870D900-4EB2-5645-B6FF-23AF3C6F7BC7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EBBB3FD6-436D-64AE-CAC8-0DFF5E9112A0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42C41357-F637-C7CA-719B-AF25DFA88C17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gut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2371E673-4FB3-47E6-5EAF-1D83865F3645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君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43B695AD-136C-DE85-C379-0774E1975E47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郡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FBA6B34D-228D-715D-7C23-E4D70E5294BA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D42AD0DB-6188-F575-BD0B-4BFA901F00F9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群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gun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55FAD254-D036-21EF-50C9-3C5D0356F9A4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滑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lang="en-US" altLang="zh-TW" sz="18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gut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B76F2F1B-C112-FD7C-DF4B-2CAA8205F851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85D1CFC-0BDE-A671-B291-3B577D22479A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BE9207A-97BA-4373-B5CF-CF918230237D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36823CC5-5A94-54CE-EC23-20FE7FB614CB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89E411A-5A94-1863-AAC0-516FB8B33C30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778DDE9F-5E8C-9522-D6CF-7D8BD324E9B5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E2E01D96-5EC7-CE7F-FF7E-F1A5F1F4431F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90DAD7AD-7E53-182E-56C1-5AC2BC455E84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4719-7052-B3BF-8406-1ACA43A1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C54BC82-8A3A-321E-E586-1D9F898F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東韻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6EEA1C3-D5B0-3F6C-17CB-14136CE1E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74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E54A-CA80-D5CF-CC18-0545D89C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688B4C3-A6D9-96AB-ED37-D15597502E97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1ACD503F-9C7D-6F27-D5C1-F4CBAE5EE391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C04FD0-303E-9D49-2DC0-523256197889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9126F10-4565-E0B0-DF5C-35CFD1010453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10F1A9B6-2E0A-8EA5-B049-2B3997608FAB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992B5C82-C904-7D88-ECFC-AD56B641EE21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4B39DE5-CF1C-549B-5E03-FA66667362D5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6C72ACD-365A-2BDC-BBAC-DBD51707EDE8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8275DDFC-69A9-D304-485D-7F78834B17A1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0F483009-B0FD-107F-9494-A1727EE42D10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44385F23-D1C4-5FBB-7030-D53760E6E20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C59C3834-9875-E69A-2A6D-225A691069F6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C07B6222-B685-1F97-D384-28749D39546E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7CD7198-9D48-9EC4-80BD-43A069F95BE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F76A815-E70A-CE1E-87A8-F6811117C713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2709226-9A27-E6E3-9AFA-B9D6380D1269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8C3163AF-0F46-4787-762D-1199640B28D1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棟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E5F232B0-FD0C-8842-FB56-BB466BCDE03D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5AA069CB-751B-306E-C92D-1C5C36C6D262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6490BAFA-AB15-068E-A86C-E06B1631A6EE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CEFDA25E-9244-D6CF-9C49-785B3A141B03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9E03CA56-3D09-5CC6-DA0C-6F0BAC282B9E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同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7E988E59-D182-FF6F-B51E-4D13C373827F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79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608-C704-54A8-F25E-96674C76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D30622C-6775-F3B4-D094-D4B0E4917B02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4C227320-65DC-B90E-4790-82ABF7735461}"/>
              </a:ext>
            </a:extLst>
          </p:cNvPr>
          <p:cNvPicPr preferRelativeResize="0">
            <a:picLocks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8EA42082-9BE5-0DFA-C4B8-97C2AE2D4929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1FA079B8-65A1-3435-196A-3C4C028EE680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同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0CAD5FDD-3EE5-649B-9067-6C548FA5457A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黨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A90444F9-92CE-C5FF-CB61-8585D91B406A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棟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8ACAD6DB-CA4D-380C-BB72-08222D32F286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（六）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55B9683-B571-70AF-DE1D-330DEC2ACC1C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7A083A3-83EA-6597-A957-4C72328233B1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92B44DA-2BDF-A9B1-EB65-EA2BEAB36EB1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C792142F-9030-7DCC-6C8C-196EC3053210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7B0E00F-22D2-1136-CBC7-343554985E6C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B004291-40AE-0018-8718-4B4EE57F187A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B08C94C8-58CC-1833-6839-90E925D530F4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4F45535B-F032-A1A3-D7F8-E4FF3DD48E3C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F4EBB479-D4ED-7C06-5BDD-67388778D316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1C7E9BED-4E88-1758-2891-3A0806EAA9AC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210F91EC-A406-34EB-EB07-23E636023705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23FC833D-024F-B6EE-F7EE-9966F49FB51A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411DDAE3-9054-B515-29DC-498E15A2D6E0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2B374B7-AAF0-D6F3-CA20-E5825F84F3B5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0260433-11A3-40A8-99A9-B2DF546E9155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2ADB6A4-AC53-3D69-7BC9-DAE4BCE0CD6A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91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636D-9224-6FCE-11E9-F49BE177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EDBB12E-6C90-F3C6-0550-BCE9E8D047C0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688989AE-598E-F1E9-1AFC-DD016E561B4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BA0D6BA-345D-F35D-DDEB-0202AFBECC6A}"/>
              </a:ext>
            </a:extLst>
          </p:cNvPr>
          <p:cNvCxnSpPr>
            <a:cxnSpLocks/>
          </p:cNvCxnSpPr>
          <p:nvPr/>
        </p:nvCxnSpPr>
        <p:spPr>
          <a:xfrm>
            <a:off x="7692600" y="1232351"/>
            <a:ext cx="494506" cy="14121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D63870F-926A-CB3D-B473-498E94720D8B}"/>
              </a:ext>
            </a:extLst>
          </p:cNvPr>
          <p:cNvCxnSpPr>
            <a:cxnSpLocks/>
          </p:cNvCxnSpPr>
          <p:nvPr/>
        </p:nvCxnSpPr>
        <p:spPr>
          <a:xfrm flipV="1">
            <a:off x="10039705" y="4754570"/>
            <a:ext cx="415532" cy="1301969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E8171D97-6F2C-0ED2-F976-567596603DAE}"/>
              </a:ext>
            </a:extLst>
          </p:cNvPr>
          <p:cNvSpPr txBox="1"/>
          <p:nvPr/>
        </p:nvSpPr>
        <p:spPr>
          <a:xfrm>
            <a:off x="7139426" y="813078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DCEF8110-5A2D-ECC3-7E32-1618A1B1EB54}"/>
              </a:ext>
            </a:extLst>
          </p:cNvPr>
          <p:cNvSpPr txBox="1"/>
          <p:nvPr/>
        </p:nvSpPr>
        <p:spPr>
          <a:xfrm>
            <a:off x="9559974" y="5982642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6606343-A19E-D370-26DC-D4B8DF209762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4E9F831-535A-D44E-EACF-F22438C30CDE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45D415AA-70EB-D13B-4C77-E5AF9F5F5A9A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4BAF9ADD-5167-E7C0-F2D9-EC8305937408}"/>
              </a:ext>
            </a:extLst>
          </p:cNvPr>
          <p:cNvSpPr txBox="1"/>
          <p:nvPr/>
        </p:nvSpPr>
        <p:spPr>
          <a:xfrm>
            <a:off x="11345551" y="813128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559C2AA6-FB63-5AD6-69DF-67260B101D9C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0FE81B71-3543-22B3-4E35-22DCB4277812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E8801D74-E24F-5BEC-2A7D-F792428E9D85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TC SemiBold" panose="020B0200000000000000" pitchFamily="34" charset="-128"/>
                <a:ea typeface="Noto Sans TC SemiBold" panose="020B0200000000000000" pitchFamily="34" charset="-128"/>
                <a:cs typeface="+mn-cs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460C9FD-BE2C-F9AC-8F63-7D1B4A9E8DC4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Do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ADBA38-0EB2-3E0F-889D-927032F93376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Mi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3C54400-386F-8F9D-CD05-AC77B2BDE648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So</a:t>
            </a:r>
            <a:endParaRPr kumimoji="0" lang="zh-TW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9">
            <a:extLst>
              <a:ext uri="{FF2B5EF4-FFF2-40B4-BE49-F238E27FC236}">
                <a16:creationId xmlns:a16="http://schemas.microsoft.com/office/drawing/2014/main" id="{1AFB7743-495C-8E90-248F-F9949B4AC69C}"/>
              </a:ext>
            </a:extLst>
          </p:cNvPr>
          <p:cNvSpPr txBox="1">
            <a:spLocks/>
          </p:cNvSpPr>
          <p:nvPr/>
        </p:nvSpPr>
        <p:spPr>
          <a:xfrm>
            <a:off x="3278274" y="5237604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(5)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棟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5-3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9">
            <a:extLst>
              <a:ext uri="{FF2B5EF4-FFF2-40B4-BE49-F238E27FC236}">
                <a16:creationId xmlns:a16="http://schemas.microsoft.com/office/drawing/2014/main" id="{004E8710-8DC3-098E-CF45-4E8C41BDEB6D}"/>
              </a:ext>
            </a:extLst>
          </p:cNvPr>
          <p:cNvSpPr txBox="1">
            <a:spLocks/>
          </p:cNvSpPr>
          <p:nvPr/>
        </p:nvSpPr>
        <p:spPr>
          <a:xfrm>
            <a:off x="9104213" y="2793796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(7)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7-8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9">
            <a:extLst>
              <a:ext uri="{FF2B5EF4-FFF2-40B4-BE49-F238E27FC236}">
                <a16:creationId xmlns:a16="http://schemas.microsoft.com/office/drawing/2014/main" id="{20154F76-F8D1-A36E-8DA7-09C2F472017C}"/>
              </a:ext>
            </a:extLst>
          </p:cNvPr>
          <p:cNvSpPr txBox="1">
            <a:spLocks/>
          </p:cNvSpPr>
          <p:nvPr/>
        </p:nvSpPr>
        <p:spPr>
          <a:xfrm>
            <a:off x="1277404" y="959731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(1)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陰平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1-6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文字方塊 9">
            <a:extLst>
              <a:ext uri="{FF2B5EF4-FFF2-40B4-BE49-F238E27FC236}">
                <a16:creationId xmlns:a16="http://schemas.microsoft.com/office/drawing/2014/main" id="{CA45FC6C-C5EB-CF4E-CA88-B9D58742CE39}"/>
              </a:ext>
            </a:extLst>
          </p:cNvPr>
          <p:cNvSpPr txBox="1">
            <a:spLocks/>
          </p:cNvSpPr>
          <p:nvPr/>
        </p:nvSpPr>
        <p:spPr>
          <a:xfrm>
            <a:off x="1922276" y="2793797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(6)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prstClr val="black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6-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5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文字方塊 9">
            <a:extLst>
              <a:ext uri="{FF2B5EF4-FFF2-40B4-BE49-F238E27FC236}">
                <a16:creationId xmlns:a16="http://schemas.microsoft.com/office/drawing/2014/main" id="{CF790FEB-5A3D-37EE-D732-21762E451AB8}"/>
              </a:ext>
            </a:extLst>
          </p:cNvPr>
          <p:cNvSpPr txBox="1">
            <a:spLocks/>
          </p:cNvSpPr>
          <p:nvPr/>
        </p:nvSpPr>
        <p:spPr>
          <a:xfrm>
            <a:off x="5424862" y="95429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(3)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上声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3-1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3947418A-4402-D651-AF79-D55D73C19971}"/>
              </a:ext>
            </a:extLst>
          </p:cNvPr>
          <p:cNvSpPr txBox="1">
            <a:spLocks/>
          </p:cNvSpPr>
          <p:nvPr/>
        </p:nvSpPr>
        <p:spPr>
          <a:xfrm>
            <a:off x="7864929" y="5211730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(2)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陽平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同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dong</a:t>
            </a:r>
            <a:r>
              <a:rPr kumimoji="0" lang="en-US" altLang="zh-TW" sz="1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2-6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9">
            <a:extLst>
              <a:ext uri="{FF2B5EF4-FFF2-40B4-BE49-F238E27FC236}">
                <a16:creationId xmlns:a16="http://schemas.microsoft.com/office/drawing/2014/main" id="{69400668-4EBD-92C1-095B-7315A952C30F}"/>
              </a:ext>
            </a:extLst>
          </p:cNvPr>
          <p:cNvSpPr txBox="1">
            <a:spLocks/>
          </p:cNvSpPr>
          <p:nvPr/>
        </p:nvSpPr>
        <p:spPr>
          <a:xfrm>
            <a:off x="9724716" y="954289"/>
            <a:ext cx="1425212" cy="130754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(8)</a:t>
            </a:r>
            <a:r>
              <a:rPr lang="zh-TW" altLang="en-US" sz="160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  <a:endParaRPr kumimoji="0" lang="en-US" altLang="zh-TW" sz="1600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獨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TC Black" panose="02020200000000000000" pitchFamily="18" charset="-128"/>
              <a:ea typeface="Noto Serif TC Black" panose="02020200000000000000" pitchFamily="18" charset="-128"/>
              <a:cs typeface="+mn-cs"/>
            </a:endParaRPr>
          </a:p>
          <a:p>
            <a:pPr lvl="0" algn="ctr">
              <a:defRPr/>
            </a:pP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erif TC Black" panose="02020200000000000000" pitchFamily="18" charset="-128"/>
                <a:ea typeface="Noto Serif TC Black" panose="02020200000000000000" pitchFamily="18" charset="-128"/>
                <a:cs typeface="+mn-cs"/>
              </a:rPr>
              <a:t>    </a:t>
            </a:r>
            <a:r>
              <a:rPr kumimoji="0" lang="en-US" altLang="zh-TW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ris SIL" panose="02000500060000020004" pitchFamily="2" charset="0"/>
                <a:ea typeface="Charis SIL" panose="02000500060000020004" pitchFamily="2" charset="0"/>
                <a:cs typeface="+mn-cs"/>
              </a:rPr>
              <a:t>dok</a:t>
            </a:r>
            <a:r>
              <a:rPr lang="en-US" altLang="zh-TW" sz="1800" baseline="30000">
                <a:solidFill>
                  <a:prstClr val="black"/>
                </a:solidFill>
                <a:latin typeface="Charis SIL" panose="02000500060000020004" pitchFamily="2" charset="0"/>
                <a:ea typeface="Charis SIL" panose="02000500060000020004" pitchFamily="2" charset="0"/>
              </a:rPr>
              <a:t>8-7</a:t>
            </a:r>
            <a:endParaRPr kumimoji="0" lang="zh-TW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22DD44E-91D2-ECCB-B31A-B305EA8D599C}"/>
              </a:ext>
            </a:extLst>
          </p:cNvPr>
          <p:cNvCxnSpPr>
            <a:cxnSpLocks/>
          </p:cNvCxnSpPr>
          <p:nvPr/>
        </p:nvCxnSpPr>
        <p:spPr>
          <a:xfrm flipH="1">
            <a:off x="2215457" y="1568519"/>
            <a:ext cx="3550846" cy="20536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2DEFD0F-3E8C-49DC-CE39-A49147ED8F01}"/>
              </a:ext>
            </a:extLst>
          </p:cNvPr>
          <p:cNvCxnSpPr>
            <a:cxnSpLocks/>
          </p:cNvCxnSpPr>
          <p:nvPr/>
        </p:nvCxnSpPr>
        <p:spPr>
          <a:xfrm flipV="1">
            <a:off x="9766188" y="2094801"/>
            <a:ext cx="255722" cy="746333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80656AE-D6D0-4387-7FD6-B70485EF448D}"/>
              </a:ext>
            </a:extLst>
          </p:cNvPr>
          <p:cNvCxnSpPr>
            <a:cxnSpLocks/>
          </p:cNvCxnSpPr>
          <p:nvPr/>
        </p:nvCxnSpPr>
        <p:spPr>
          <a:xfrm flipH="1">
            <a:off x="10174310" y="2136947"/>
            <a:ext cx="302583" cy="85658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7DA82A7F-4C01-C05D-6EA1-AF283C25FE17}"/>
              </a:ext>
            </a:extLst>
          </p:cNvPr>
          <p:cNvCxnSpPr>
            <a:cxnSpLocks/>
          </p:cNvCxnSpPr>
          <p:nvPr/>
        </p:nvCxnSpPr>
        <p:spPr>
          <a:xfrm>
            <a:off x="2215457" y="2179057"/>
            <a:ext cx="259837" cy="704238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2AEDD60-2736-BF84-DC1D-C0589201AA35}"/>
              </a:ext>
            </a:extLst>
          </p:cNvPr>
          <p:cNvCxnSpPr>
            <a:cxnSpLocks/>
          </p:cNvCxnSpPr>
          <p:nvPr/>
        </p:nvCxnSpPr>
        <p:spPr>
          <a:xfrm>
            <a:off x="2686684" y="4036778"/>
            <a:ext cx="708172" cy="1668334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56D26C7-1CBC-32C5-EFC4-654C307B0761}"/>
              </a:ext>
            </a:extLst>
          </p:cNvPr>
          <p:cNvCxnSpPr>
            <a:cxnSpLocks/>
          </p:cNvCxnSpPr>
          <p:nvPr/>
        </p:nvCxnSpPr>
        <p:spPr>
          <a:xfrm flipH="1" flipV="1">
            <a:off x="3008441" y="3979048"/>
            <a:ext cx="588428" cy="1351389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D82C780-EFC4-7387-B7B7-8601CE17961A}"/>
              </a:ext>
            </a:extLst>
          </p:cNvPr>
          <p:cNvCxnSpPr>
            <a:cxnSpLocks/>
          </p:cNvCxnSpPr>
          <p:nvPr/>
        </p:nvCxnSpPr>
        <p:spPr>
          <a:xfrm flipH="1" flipV="1">
            <a:off x="3125336" y="3928251"/>
            <a:ext cx="5205864" cy="1902600"/>
          </a:xfrm>
          <a:prstGeom prst="straightConnector1">
            <a:avLst/>
          </a:prstGeom>
          <a:ln w="38100" cap="flat" cmpd="sng" algn="ctr">
            <a:solidFill>
              <a:schemeClr val="accent6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矩形: 按鈕形 49">
            <a:extLst>
              <a:ext uri="{FF2B5EF4-FFF2-40B4-BE49-F238E27FC236}">
                <a16:creationId xmlns:a16="http://schemas.microsoft.com/office/drawing/2014/main" id="{034F6F48-BC2A-B551-3FDA-5B48FB4ACC0F}"/>
              </a:ext>
            </a:extLst>
          </p:cNvPr>
          <p:cNvSpPr/>
          <p:nvPr/>
        </p:nvSpPr>
        <p:spPr>
          <a:xfrm>
            <a:off x="4994089" y="105971"/>
            <a:ext cx="2219508" cy="5439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4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97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540</Words>
  <Application>Microsoft Office PowerPoint</Application>
  <PresentationFormat>寬螢幕</PresentationFormat>
  <Paragraphs>210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Noto Sans TC Black</vt:lpstr>
      <vt:lpstr>Noto Sans TC SemiBold</vt:lpstr>
      <vt:lpstr>Noto Serif TC Black</vt:lpstr>
      <vt:lpstr>霞鶩文楷 TC</vt:lpstr>
      <vt:lpstr>Aptos</vt:lpstr>
      <vt:lpstr>Aptos Display</vt:lpstr>
      <vt:lpstr>Arial</vt:lpstr>
      <vt:lpstr>Charis SIL</vt:lpstr>
      <vt:lpstr>Office 佈景主題</vt:lpstr>
      <vt:lpstr>閩拼八音</vt:lpstr>
      <vt:lpstr>君韻</vt:lpstr>
      <vt:lpstr>PowerPoint 簡報</vt:lpstr>
      <vt:lpstr>PowerPoint 簡報</vt:lpstr>
      <vt:lpstr>PowerPoint 簡報</vt:lpstr>
      <vt:lpstr>PowerPoint 簡報</vt:lpstr>
      <vt:lpstr>PowerPoint 簡報</vt:lpstr>
      <vt:lpstr>東韻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27</cp:revision>
  <dcterms:created xsi:type="dcterms:W3CDTF">2024-08-14T07:43:40Z</dcterms:created>
  <dcterms:modified xsi:type="dcterms:W3CDTF">2026-10-13T13:32:23Z</dcterms:modified>
</cp:coreProperties>
</file>