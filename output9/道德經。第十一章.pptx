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887788" cy="6911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12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1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5670" y="84"/>
      </p:cViewPr>
      <p:guideLst>
        <p:guide orient="horz" pos="2177"/>
        <p:guide pos="12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584" y="1131197"/>
            <a:ext cx="3304620" cy="2406391"/>
          </a:xfrm>
        </p:spPr>
        <p:txBody>
          <a:bodyPr anchor="b"/>
          <a:lstStyle>
            <a:lvl1pPr algn="ctr">
              <a:defRPr sz="255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974" y="3630388"/>
            <a:ext cx="2915841" cy="1668793"/>
          </a:xfrm>
        </p:spPr>
        <p:txBody>
          <a:bodyPr/>
          <a:lstStyle>
            <a:lvl1pPr marL="0" indent="0" algn="ctr">
              <a:buNone/>
              <a:defRPr sz="1020"/>
            </a:lvl1pPr>
            <a:lvl2pPr marL="194401" indent="0" algn="ctr">
              <a:buNone/>
              <a:defRPr sz="850"/>
            </a:lvl2pPr>
            <a:lvl3pPr marL="388803" indent="0" algn="ctr">
              <a:buNone/>
              <a:defRPr sz="765"/>
            </a:lvl3pPr>
            <a:lvl4pPr marL="583204" indent="0" algn="ctr">
              <a:buNone/>
              <a:defRPr sz="680"/>
            </a:lvl4pPr>
            <a:lvl5pPr marL="777606" indent="0" algn="ctr">
              <a:buNone/>
              <a:defRPr sz="680"/>
            </a:lvl5pPr>
            <a:lvl6pPr marL="972007" indent="0" algn="ctr">
              <a:buNone/>
              <a:defRPr sz="680"/>
            </a:lvl6pPr>
            <a:lvl7pPr marL="1166409" indent="0" algn="ctr">
              <a:buNone/>
              <a:defRPr sz="680"/>
            </a:lvl7pPr>
            <a:lvl8pPr marL="1360810" indent="0" algn="ctr">
              <a:buNone/>
              <a:defRPr sz="680"/>
            </a:lvl8pPr>
            <a:lvl9pPr marL="1555212" indent="0" algn="ctr">
              <a:buNone/>
              <a:defRPr sz="68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96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49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261" y="1723196"/>
            <a:ext cx="3353217" cy="2875189"/>
          </a:xfrm>
        </p:spPr>
        <p:txBody>
          <a:bodyPr anchor="b"/>
          <a:lstStyle>
            <a:lvl1pPr>
              <a:defRPr sz="255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261" y="4625585"/>
            <a:ext cx="3353217" cy="1511994"/>
          </a:xfrm>
        </p:spPr>
        <p:txBody>
          <a:bodyPr/>
          <a:lstStyle>
            <a:lvl1pPr marL="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1pPr>
            <a:lvl2pPr marL="194401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2pPr>
            <a:lvl3pPr marL="388803" indent="0">
              <a:buNone/>
              <a:defRPr sz="765">
                <a:solidFill>
                  <a:schemeClr val="tx1">
                    <a:tint val="82000"/>
                  </a:schemeClr>
                </a:solidFill>
              </a:defRPr>
            </a:lvl3pPr>
            <a:lvl4pPr marL="583204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4pPr>
            <a:lvl5pPr marL="777606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5pPr>
            <a:lvl6pPr marL="972007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6pPr>
            <a:lvl7pPr marL="1166409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7pPr>
            <a:lvl8pPr marL="1360810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8pPr>
            <a:lvl9pPr marL="1555212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400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285" y="1839993"/>
            <a:ext cx="1652310" cy="4385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8193" y="1839993"/>
            <a:ext cx="1652310" cy="4385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16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2" y="368000"/>
            <a:ext cx="3353217" cy="133599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792" y="1694395"/>
            <a:ext cx="1644716" cy="830396"/>
          </a:xfrm>
        </p:spPr>
        <p:txBody>
          <a:bodyPr anchor="b"/>
          <a:lstStyle>
            <a:lvl1pPr marL="0" indent="0">
              <a:buNone/>
              <a:defRPr sz="1020" b="1"/>
            </a:lvl1pPr>
            <a:lvl2pPr marL="194401" indent="0">
              <a:buNone/>
              <a:defRPr sz="850" b="1"/>
            </a:lvl2pPr>
            <a:lvl3pPr marL="388803" indent="0">
              <a:buNone/>
              <a:defRPr sz="765" b="1"/>
            </a:lvl3pPr>
            <a:lvl4pPr marL="583204" indent="0">
              <a:buNone/>
              <a:defRPr sz="680" b="1"/>
            </a:lvl4pPr>
            <a:lvl5pPr marL="777606" indent="0">
              <a:buNone/>
              <a:defRPr sz="680" b="1"/>
            </a:lvl5pPr>
            <a:lvl6pPr marL="972007" indent="0">
              <a:buNone/>
              <a:defRPr sz="680" b="1"/>
            </a:lvl6pPr>
            <a:lvl7pPr marL="1166409" indent="0">
              <a:buNone/>
              <a:defRPr sz="680" b="1"/>
            </a:lvl7pPr>
            <a:lvl8pPr marL="1360810" indent="0">
              <a:buNone/>
              <a:defRPr sz="680" b="1"/>
            </a:lvl8pPr>
            <a:lvl9pPr marL="1555212" indent="0">
              <a:buNone/>
              <a:defRPr sz="68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792" y="2524791"/>
            <a:ext cx="1644716" cy="37135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8193" y="1694395"/>
            <a:ext cx="1652816" cy="830396"/>
          </a:xfrm>
        </p:spPr>
        <p:txBody>
          <a:bodyPr anchor="b"/>
          <a:lstStyle>
            <a:lvl1pPr marL="0" indent="0">
              <a:buNone/>
              <a:defRPr sz="1020" b="1"/>
            </a:lvl1pPr>
            <a:lvl2pPr marL="194401" indent="0">
              <a:buNone/>
              <a:defRPr sz="850" b="1"/>
            </a:lvl2pPr>
            <a:lvl3pPr marL="388803" indent="0">
              <a:buNone/>
              <a:defRPr sz="765" b="1"/>
            </a:lvl3pPr>
            <a:lvl4pPr marL="583204" indent="0">
              <a:buNone/>
              <a:defRPr sz="680" b="1"/>
            </a:lvl4pPr>
            <a:lvl5pPr marL="777606" indent="0">
              <a:buNone/>
              <a:defRPr sz="680" b="1"/>
            </a:lvl5pPr>
            <a:lvl6pPr marL="972007" indent="0">
              <a:buNone/>
              <a:defRPr sz="680" b="1"/>
            </a:lvl6pPr>
            <a:lvl7pPr marL="1166409" indent="0">
              <a:buNone/>
              <a:defRPr sz="680" b="1"/>
            </a:lvl7pPr>
            <a:lvl8pPr marL="1360810" indent="0">
              <a:buNone/>
              <a:defRPr sz="680" b="1"/>
            </a:lvl8pPr>
            <a:lvl9pPr marL="1555212" indent="0">
              <a:buNone/>
              <a:defRPr sz="68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8193" y="2524791"/>
            <a:ext cx="1652816" cy="37135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54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26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43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2" y="460798"/>
            <a:ext cx="1253913" cy="1612794"/>
          </a:xfrm>
        </p:spPr>
        <p:txBody>
          <a:bodyPr anchor="b"/>
          <a:lstStyle>
            <a:lvl1pPr>
              <a:defRPr sz="13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2816" y="995198"/>
            <a:ext cx="1968193" cy="4911982"/>
          </a:xfrm>
        </p:spPr>
        <p:txBody>
          <a:bodyPr/>
          <a:lstStyle>
            <a:lvl1pPr>
              <a:defRPr sz="1361"/>
            </a:lvl1pPr>
            <a:lvl2pPr>
              <a:defRPr sz="1191"/>
            </a:lvl2pPr>
            <a:lvl3pPr>
              <a:defRPr sz="102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792" y="2073592"/>
            <a:ext cx="1253913" cy="3841587"/>
          </a:xfrm>
        </p:spPr>
        <p:txBody>
          <a:bodyPr/>
          <a:lstStyle>
            <a:lvl1pPr marL="0" indent="0">
              <a:buNone/>
              <a:defRPr sz="680"/>
            </a:lvl1pPr>
            <a:lvl2pPr marL="194401" indent="0">
              <a:buNone/>
              <a:defRPr sz="595"/>
            </a:lvl2pPr>
            <a:lvl3pPr marL="388803" indent="0">
              <a:buNone/>
              <a:defRPr sz="510"/>
            </a:lvl3pPr>
            <a:lvl4pPr marL="583204" indent="0">
              <a:buNone/>
              <a:defRPr sz="425"/>
            </a:lvl4pPr>
            <a:lvl5pPr marL="777606" indent="0">
              <a:buNone/>
              <a:defRPr sz="425"/>
            </a:lvl5pPr>
            <a:lvl6pPr marL="972007" indent="0">
              <a:buNone/>
              <a:defRPr sz="425"/>
            </a:lvl6pPr>
            <a:lvl7pPr marL="1166409" indent="0">
              <a:buNone/>
              <a:defRPr sz="425"/>
            </a:lvl7pPr>
            <a:lvl8pPr marL="1360810" indent="0">
              <a:buNone/>
              <a:defRPr sz="425"/>
            </a:lvl8pPr>
            <a:lvl9pPr marL="1555212" indent="0">
              <a:buNone/>
              <a:defRPr sz="42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13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2" y="460798"/>
            <a:ext cx="1253913" cy="1612794"/>
          </a:xfrm>
        </p:spPr>
        <p:txBody>
          <a:bodyPr anchor="b"/>
          <a:lstStyle>
            <a:lvl1pPr>
              <a:defRPr sz="13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52816" y="995198"/>
            <a:ext cx="1968193" cy="4911982"/>
          </a:xfrm>
        </p:spPr>
        <p:txBody>
          <a:bodyPr anchor="t"/>
          <a:lstStyle>
            <a:lvl1pPr marL="0" indent="0">
              <a:buNone/>
              <a:defRPr sz="1361"/>
            </a:lvl1pPr>
            <a:lvl2pPr marL="194401" indent="0">
              <a:buNone/>
              <a:defRPr sz="1191"/>
            </a:lvl2pPr>
            <a:lvl3pPr marL="388803" indent="0">
              <a:buNone/>
              <a:defRPr sz="1020"/>
            </a:lvl3pPr>
            <a:lvl4pPr marL="583204" indent="0">
              <a:buNone/>
              <a:defRPr sz="850"/>
            </a:lvl4pPr>
            <a:lvl5pPr marL="777606" indent="0">
              <a:buNone/>
              <a:defRPr sz="850"/>
            </a:lvl5pPr>
            <a:lvl6pPr marL="972007" indent="0">
              <a:buNone/>
              <a:defRPr sz="850"/>
            </a:lvl6pPr>
            <a:lvl7pPr marL="1166409" indent="0">
              <a:buNone/>
              <a:defRPr sz="850"/>
            </a:lvl7pPr>
            <a:lvl8pPr marL="1360810" indent="0">
              <a:buNone/>
              <a:defRPr sz="850"/>
            </a:lvl8pPr>
            <a:lvl9pPr marL="1555212" indent="0">
              <a:buNone/>
              <a:defRPr sz="85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792" y="2073592"/>
            <a:ext cx="1253913" cy="3841587"/>
          </a:xfrm>
        </p:spPr>
        <p:txBody>
          <a:bodyPr/>
          <a:lstStyle>
            <a:lvl1pPr marL="0" indent="0">
              <a:buNone/>
              <a:defRPr sz="680"/>
            </a:lvl1pPr>
            <a:lvl2pPr marL="194401" indent="0">
              <a:buNone/>
              <a:defRPr sz="595"/>
            </a:lvl2pPr>
            <a:lvl3pPr marL="388803" indent="0">
              <a:buNone/>
              <a:defRPr sz="510"/>
            </a:lvl3pPr>
            <a:lvl4pPr marL="583204" indent="0">
              <a:buNone/>
              <a:defRPr sz="425"/>
            </a:lvl4pPr>
            <a:lvl5pPr marL="777606" indent="0">
              <a:buNone/>
              <a:defRPr sz="425"/>
            </a:lvl5pPr>
            <a:lvl6pPr marL="972007" indent="0">
              <a:buNone/>
              <a:defRPr sz="425"/>
            </a:lvl6pPr>
            <a:lvl7pPr marL="1166409" indent="0">
              <a:buNone/>
              <a:defRPr sz="425"/>
            </a:lvl7pPr>
            <a:lvl8pPr marL="1360810" indent="0">
              <a:buNone/>
              <a:defRPr sz="425"/>
            </a:lvl8pPr>
            <a:lvl9pPr marL="1555212" indent="0">
              <a:buNone/>
              <a:defRPr sz="42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53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99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82199" y="367999"/>
            <a:ext cx="838304" cy="58575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285" y="367999"/>
            <a:ext cx="2466316" cy="58575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32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286" y="368000"/>
            <a:ext cx="3353217" cy="1335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286" y="1839993"/>
            <a:ext cx="3353217" cy="4385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7286" y="6406378"/>
            <a:ext cx="874752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6E58A-D619-4871-A72E-74AED95E56C9}" type="datetimeFigureOut">
              <a:rPr lang="zh-TW" altLang="en-US" smtClean="0"/>
              <a:t>2026/9/12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7830" y="6406378"/>
            <a:ext cx="1312128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5750" y="6406378"/>
            <a:ext cx="874752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36409-4466-4E39-AFDD-ADC14B0E9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41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8803" rtl="0" eaLnBrk="1" latinLnBrk="0" hangingPunct="1">
        <a:lnSpc>
          <a:spcPct val="90000"/>
        </a:lnSpc>
        <a:spcBef>
          <a:spcPct val="0"/>
        </a:spcBef>
        <a:buNone/>
        <a:defRPr sz="18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201" indent="-97201" algn="l" defTabSz="388803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1pPr>
      <a:lvl2pPr marL="291602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1020" kern="1200">
          <a:solidFill>
            <a:schemeClr val="tx1"/>
          </a:solidFill>
          <a:latin typeface="+mn-lt"/>
          <a:ea typeface="+mn-ea"/>
          <a:cs typeface="+mn-cs"/>
        </a:defRPr>
      </a:lvl2pPr>
      <a:lvl3pPr marL="486004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80405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5" kern="1200">
          <a:solidFill>
            <a:schemeClr val="tx1"/>
          </a:solidFill>
          <a:latin typeface="+mn-lt"/>
          <a:ea typeface="+mn-ea"/>
          <a:cs typeface="+mn-cs"/>
        </a:defRPr>
      </a:lvl4pPr>
      <a:lvl5pPr marL="874806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5" kern="1200">
          <a:solidFill>
            <a:schemeClr val="tx1"/>
          </a:solidFill>
          <a:latin typeface="+mn-lt"/>
          <a:ea typeface="+mn-ea"/>
          <a:cs typeface="+mn-cs"/>
        </a:defRPr>
      </a:lvl5pPr>
      <a:lvl6pPr marL="1069208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5" kern="1200">
          <a:solidFill>
            <a:schemeClr val="tx1"/>
          </a:solidFill>
          <a:latin typeface="+mn-lt"/>
          <a:ea typeface="+mn-ea"/>
          <a:cs typeface="+mn-cs"/>
        </a:defRPr>
      </a:lvl6pPr>
      <a:lvl7pPr marL="1263609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5" kern="1200">
          <a:solidFill>
            <a:schemeClr val="tx1"/>
          </a:solidFill>
          <a:latin typeface="+mn-lt"/>
          <a:ea typeface="+mn-ea"/>
          <a:cs typeface="+mn-cs"/>
        </a:defRPr>
      </a:lvl7pPr>
      <a:lvl8pPr marL="1458011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5" kern="1200">
          <a:solidFill>
            <a:schemeClr val="tx1"/>
          </a:solidFill>
          <a:latin typeface="+mn-lt"/>
          <a:ea typeface="+mn-ea"/>
          <a:cs typeface="+mn-cs"/>
        </a:defRPr>
      </a:lvl8pPr>
      <a:lvl9pPr marL="1652412" indent="-97201" algn="l" defTabSz="38880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1pPr>
      <a:lvl2pPr marL="194401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2pPr>
      <a:lvl3pPr marL="388803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3pPr>
      <a:lvl4pPr marL="583204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4pPr>
      <a:lvl5pPr marL="777606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5pPr>
      <a:lvl6pPr marL="972007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6pPr>
      <a:lvl7pPr marL="1166409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7pPr>
      <a:lvl8pPr marL="1360810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8pPr>
      <a:lvl9pPr marL="1555212" algn="l" defTabSz="388803" rtl="0" eaLnBrk="1" latinLnBrk="0" hangingPunct="1">
        <a:defRPr sz="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09510B8-8D68-7DDB-9A44-47E5343CCF2B}"/>
              </a:ext>
            </a:extLst>
          </p:cNvPr>
          <p:cNvSpPr txBox="1"/>
          <p:nvPr/>
        </p:nvSpPr>
        <p:spPr>
          <a:xfrm>
            <a:off x="0" y="0"/>
            <a:ext cx="3887788" cy="5876925"/>
          </a:xfrm>
          <a:prstGeom prst="rect">
            <a:avLst/>
          </a:prstGeom>
          <a:noFill/>
        </p:spPr>
        <p:txBody>
          <a:bodyPr wrap="square" lIns="108000" tIns="324000" rIns="108000" rtlCol="0">
            <a:noAutofit/>
          </a:bodyPr>
          <a:lstStyle/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《</a:t>
            </a:r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道德經。第十一章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》</a:t>
            </a:r>
          </a:p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Dô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dīk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gīng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. Dê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síp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yīt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ziōng</a:t>
            </a:r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endParaRPr lang="en-US" altLang="zh-TW">
              <a:solidFill>
                <a:schemeClr val="accent1"/>
              </a:solidFill>
              <a:effectLst>
                <a:glow rad="12700">
                  <a:srgbClr val="FFFF00">
                    <a:alpha val="40000"/>
                  </a:srgbClr>
                </a:glow>
              </a:effectLst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卅輻同一轂，當其無，有車之用也。</a:t>
            </a:r>
          </a:p>
          <a:p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Sna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̄-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síp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hōk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dáng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yīt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gōk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dōng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bbo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yu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gu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̄ zī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yông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ya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̌.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埏埴為器，當其無，有埴器之用也。</a:t>
            </a:r>
          </a:p>
          <a:p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Yán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sít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wi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kì,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dōng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bbo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yu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sít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kì zī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yông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ya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̌.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鑿戶牖，當其無，有室之用也。</a:t>
            </a:r>
          </a:p>
          <a:p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Cák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hôo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yu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dōng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bbo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yu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sīk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zī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yông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ya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̌.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故有之以為利，無之以為用。</a:t>
            </a:r>
          </a:p>
          <a:p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Gòo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yu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 zī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wi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lî,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bbo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zī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̌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wi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́ </a:t>
            </a:r>
            <a:r>
              <a:rPr lang="en-US" altLang="zh-TW" err="1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yông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.</a:t>
            </a:r>
            <a:endParaRPr lang="zh-TW" altLang="en-US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176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557"/>
    </mc:Choice>
    <mc:Fallback xmlns="">
      <p:transition spd="slow" advTm="635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17B2-6EA0-BCCF-A9F1-F4D93861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CB6A25A-9E5B-F440-E224-6577DE55DA0E}"/>
              </a:ext>
            </a:extLst>
          </p:cNvPr>
          <p:cNvSpPr txBox="1"/>
          <p:nvPr/>
        </p:nvSpPr>
        <p:spPr>
          <a:xfrm>
            <a:off x="0" y="0"/>
            <a:ext cx="3887788" cy="5876925"/>
          </a:xfrm>
          <a:prstGeom prst="rect">
            <a:avLst/>
          </a:prstGeom>
          <a:noFill/>
        </p:spPr>
        <p:txBody>
          <a:bodyPr wrap="square" lIns="108000" tIns="324000" rIns="108000" rtlCol="0">
            <a:noAutofit/>
          </a:bodyPr>
          <a:lstStyle/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《</a:t>
            </a:r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道德經。第十一章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》</a:t>
            </a:r>
          </a:p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Tō tik king. Tē si̍p it tsiong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卅輻同一轂，當其無，有車之用也。</a:t>
            </a:r>
          </a:p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Sip hok tâng it kok, tong kî bô, íu ku tsi īong ía.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埏埴為器，當其無，有埴器之用也。</a:t>
            </a:r>
          </a:p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Îan si̍t ûi khì, tong kî bô, íu si̍t khì tsi īong ía.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鑿戶牖，當其無，有室之用也。</a:t>
            </a:r>
          </a:p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Tsha̍k hōo </a:t>
            </a:r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牖</a:t>
            </a:r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, tong kî bô, íu sik tsi īong ía.</a:t>
            </a:r>
          </a:p>
          <a:p>
            <a:endParaRPr lang="en-US" altLang="zh-TW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  <a:p>
            <a:r>
              <a:rPr lang="zh-TW" altLang="en-US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故有之以為利，無之以為用。</a:t>
            </a:r>
          </a:p>
          <a:p>
            <a:r>
              <a:rPr lang="en-US" altLang="zh-TW">
                <a:solidFill>
                  <a:schemeClr val="accent1"/>
                </a:solidFill>
                <a:latin typeface="Charis Medium" panose="02000500060000020004" pitchFamily="2" charset="0"/>
                <a:ea typeface="Noto Serif TC Black" panose="02020200000000000000" pitchFamily="18" charset="-128"/>
              </a:rPr>
              <a:t>Kòo íu tsi í ûi lī, bô tsi í ûi īong.</a:t>
            </a:r>
            <a:endParaRPr lang="zh-TW" altLang="en-US">
              <a:solidFill>
                <a:schemeClr val="accent1"/>
              </a:solidFill>
              <a:latin typeface="Charis Medium" panose="02000500060000020004" pitchFamily="2" charset="0"/>
              <a:ea typeface="Noto Serif TC Black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680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557"/>
    </mc:Choice>
    <mc:Fallback xmlns="">
      <p:transition spd="slow" advTm="63557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古文" id="{BEFF62DC-6DE2-45D6-B571-742B82DD270F}" vid="{BF5B0C91-5A04-4F5D-96E2-DE5C542146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古文</Template>
  <TotalTime>30</TotalTime>
  <Words>352</Words>
  <Application>Microsoft Office PowerPoint</Application>
  <PresentationFormat>自訂</PresentationFormat>
  <Paragraphs>28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Charis Medium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4</cp:revision>
  <dcterms:created xsi:type="dcterms:W3CDTF">2026-09-12T11:19:10Z</dcterms:created>
  <dcterms:modified xsi:type="dcterms:W3CDTF">2026-09-12T12:00:50Z</dcterms:modified>
</cp:coreProperties>
</file>